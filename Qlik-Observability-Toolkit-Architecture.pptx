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OpenTelemetry · Qlik Sense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+ 8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Talend (8) + Qlik Cloud (8) observability tools, tenancy-aware, + the tenant-discovery meta-tool.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31089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30" kern="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874520" y="804672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→ collection &amp; control → store, visualize &amp; analyze — with telemetry export.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8988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0" y="1280160"/>
            <a:ext cx="4160520" cy="3931920"/>
          </a:xfrm>
          <a:prstGeom prst="roundRect">
            <a:avLst>
              <a:gd name="adj" fmla="val 1860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51960" y="138988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49640" y="1280160"/>
            <a:ext cx="3154680" cy="393192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0" y="138988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691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2" name="Image 0" descr="deploy/assets/icons/talend-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60804"/>
            <a:ext cx="530352" cy="53035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08760" y="1801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508760" y="2093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94360" y="2834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7" name="Image 1" descr="deploy/assets/icons/qlik-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3003804"/>
            <a:ext cx="530352" cy="53035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08760" y="2944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508760" y="3236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94360" y="397764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9436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2" name="Image 2" descr="deploy/assets/icons/remote-eng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4146804"/>
            <a:ext cx="530352" cy="53035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508760" y="40873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508760" y="437997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251960" y="1691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25196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7" name="Image 3" descr="deploy/assets/icons/mc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1860804"/>
            <a:ext cx="530352" cy="53035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66360" y="1801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5166360" y="2093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Talend + Qlik obs tools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51960" y="2834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25196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2" name="Image 4" descr="deploy/assets/icons/export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3003804"/>
            <a:ext cx="530352" cy="53035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166360" y="2944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5166360" y="3236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4251960" y="397764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25196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7" name="Image 5" descr="deploy/assets/icons/extracto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4146804"/>
            <a:ext cx="530352" cy="53035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66360" y="408736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166360" y="437997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8686800" y="1691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1691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2" name="Image 6" descr="deploy/assets/icons/prometheu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6256" y="1860804"/>
            <a:ext cx="530352" cy="530352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601200" y="1801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4" name="Text 35"/>
          <p:cNvSpPr/>
          <p:nvPr/>
        </p:nvSpPr>
        <p:spPr>
          <a:xfrm>
            <a:off x="9601200" y="2093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5" name="Shape 36"/>
          <p:cNvSpPr/>
          <p:nvPr/>
        </p:nvSpPr>
        <p:spPr>
          <a:xfrm>
            <a:off x="8686800" y="2834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2834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7" name="Image 7" descr="deploy/assets/icons/grafan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06256" y="3003804"/>
            <a:ext cx="530352" cy="530352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601200" y="2944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49" name="Text 39"/>
          <p:cNvSpPr/>
          <p:nvPr/>
        </p:nvSpPr>
        <p:spPr>
          <a:xfrm>
            <a:off x="9601200" y="3236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0" name="Shape 40"/>
          <p:cNvSpPr/>
          <p:nvPr/>
        </p:nvSpPr>
        <p:spPr>
          <a:xfrm>
            <a:off x="8686800" y="397764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1" name="Shape 41"/>
          <p:cNvSpPr/>
          <p:nvPr/>
        </p:nvSpPr>
        <p:spPr>
          <a:xfrm>
            <a:off x="8686800" y="397764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2" name="Image 8" descr="deploy/assets/icons/qlik-ap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4146804"/>
            <a:ext cx="530352" cy="530352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9601200" y="40873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54" name="Text 43"/>
          <p:cNvSpPr/>
          <p:nvPr/>
        </p:nvSpPr>
        <p:spPr>
          <a:xfrm>
            <a:off x="9601200" y="437997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5" name="Shape 44"/>
          <p:cNvSpPr/>
          <p:nvPr/>
        </p:nvSpPr>
        <p:spPr>
          <a:xfrm>
            <a:off x="3703320" y="212598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6" name="Shape 45"/>
          <p:cNvSpPr/>
          <p:nvPr/>
        </p:nvSpPr>
        <p:spPr>
          <a:xfrm>
            <a:off x="3703320" y="326898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46"/>
          <p:cNvSpPr/>
          <p:nvPr/>
        </p:nvSpPr>
        <p:spPr>
          <a:xfrm>
            <a:off x="3703320" y="441198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8" name="Shape 47"/>
          <p:cNvSpPr/>
          <p:nvPr/>
        </p:nvSpPr>
        <p:spPr>
          <a:xfrm>
            <a:off x="8138160" y="212598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9" name="Shape 48"/>
          <p:cNvSpPr/>
          <p:nvPr/>
        </p:nvSpPr>
        <p:spPr>
          <a:xfrm>
            <a:off x="8138160" y="326898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9"/>
          <p:cNvSpPr/>
          <p:nvPr/>
        </p:nvSpPr>
        <p:spPr>
          <a:xfrm>
            <a:off x="8138160" y="441198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Text 50"/>
          <p:cNvSpPr/>
          <p:nvPr/>
        </p:nvSpPr>
        <p:spPr>
          <a:xfrm>
            <a:off x="457200" y="5321808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EXPORT · OPENTELEMETRY COLLECTOR</a:t>
            </a:r>
            <a:endParaRPr lang="en-US" sz="1100" dirty="0"/>
          </a:p>
        </p:txBody>
      </p:sp>
      <p:sp>
        <p:nvSpPr>
          <p:cNvPr id="62" name="Shape 51"/>
          <p:cNvSpPr/>
          <p:nvPr/>
        </p:nvSpPr>
        <p:spPr>
          <a:xfrm>
            <a:off x="594360" y="5623560"/>
            <a:ext cx="384048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59436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sp>
        <p:nvSpPr>
          <p:cNvPr id="64" name="Text 53"/>
          <p:cNvSpPr/>
          <p:nvPr/>
        </p:nvSpPr>
        <p:spPr>
          <a:xfrm>
            <a:off x="850392" y="573328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OpenTelemetry Collector</a:t>
            </a:r>
            <a:endParaRPr lang="en-US" sz="1200" dirty="0"/>
          </a:p>
        </p:txBody>
      </p:sp>
      <p:sp>
        <p:nvSpPr>
          <p:cNvPr id="65" name="Text 54"/>
          <p:cNvSpPr/>
          <p:nvPr/>
        </p:nvSpPr>
        <p:spPr>
          <a:xfrm>
            <a:off x="850392" y="6025896"/>
            <a:ext cx="3493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OTLP receiver · scrapes every /metrics · batch + route</a:t>
            </a:r>
            <a:endParaRPr lang="en-US" sz="900" dirty="0"/>
          </a:p>
        </p:txBody>
      </p:sp>
      <p:sp>
        <p:nvSpPr>
          <p:cNvPr id="66" name="Shape 55"/>
          <p:cNvSpPr/>
          <p:nvPr/>
        </p:nvSpPr>
        <p:spPr>
          <a:xfrm>
            <a:off x="4937760" y="5623560"/>
            <a:ext cx="32004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493776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sp>
        <p:nvSpPr>
          <p:cNvPr id="68" name="Text 57"/>
          <p:cNvSpPr/>
          <p:nvPr/>
        </p:nvSpPr>
        <p:spPr>
          <a:xfrm>
            <a:off x="5193792" y="5733288"/>
            <a:ext cx="28529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Datadog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193792" y="6025896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 · logs · APM  (datadog exporter)</a:t>
            </a:r>
            <a:endParaRPr lang="en-US" sz="900" dirty="0"/>
          </a:p>
        </p:txBody>
      </p:sp>
      <p:sp>
        <p:nvSpPr>
          <p:cNvPr id="70" name="Shape 59"/>
          <p:cNvSpPr/>
          <p:nvPr/>
        </p:nvSpPr>
        <p:spPr>
          <a:xfrm>
            <a:off x="8321040" y="5623560"/>
            <a:ext cx="324612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71" name="Shape 60"/>
          <p:cNvSpPr/>
          <p:nvPr/>
        </p:nvSpPr>
        <p:spPr>
          <a:xfrm>
            <a:off x="8321040" y="5623560"/>
            <a:ext cx="91440" cy="841248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sp>
        <p:nvSpPr>
          <p:cNvPr id="72" name="Text 61"/>
          <p:cNvSpPr/>
          <p:nvPr/>
        </p:nvSpPr>
        <p:spPr>
          <a:xfrm>
            <a:off x="8577072" y="5733288"/>
            <a:ext cx="2898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Splunk</a:t>
            </a:r>
            <a:endParaRPr lang="en-US" sz="1200" dirty="0"/>
          </a:p>
        </p:txBody>
      </p:sp>
      <p:sp>
        <p:nvSpPr>
          <p:cNvPr id="73" name="Text 62"/>
          <p:cNvSpPr/>
          <p:nvPr/>
        </p:nvSpPr>
        <p:spPr>
          <a:xfrm>
            <a:off x="8577072" y="6025896"/>
            <a:ext cx="289864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HEC / Observability Cloud  (splunk_hec)</a:t>
            </a:r>
            <a:endParaRPr lang="en-US" sz="900" dirty="0"/>
          </a:p>
        </p:txBody>
      </p:sp>
      <p:sp>
        <p:nvSpPr>
          <p:cNvPr id="74" name="Shape 63"/>
          <p:cNvSpPr/>
          <p:nvPr/>
        </p:nvSpPr>
        <p:spPr>
          <a:xfrm>
            <a:off x="4434840" y="6044184"/>
            <a:ext cx="50292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75" name="Shape 64"/>
          <p:cNvSpPr/>
          <p:nvPr/>
        </p:nvSpPr>
        <p:spPr>
          <a:xfrm>
            <a:off x="8138160" y="6044184"/>
            <a:ext cx="18288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76" name="Shape 6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29260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292608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Default. Pure read-only: observability-metrics, execution-logs, execution-history-search, plus the tenant-discovery meta-tool.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LOADED OUT OF THE 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5605272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Observability-only by design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53035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orchestration or admin endpoints are exposed. Talend presets: observability (default) + logging. Qlik Cloud adds a read-only qlik_observability__* tool family (apps, reloads, audits, quotas, spaces, users) — every tool is tenancy-aware. Need a wider Talend surface? Pass an explicit TMC_APIS=&lt;comma,list&gt;.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74520" y="36576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874520" y="896112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Observability Toolkit Architecture</dc:title>
  <dc:subject>PptxGenJS Presentation</dc:subject>
  <dc:creator>Qlik Observability Toolkit Server</dc:creator>
  <cp:lastModifiedBy>Qlik Observability Toolkit Server</cp:lastModifiedBy>
  <cp:revision>1</cp:revision>
  <dcterms:created xsi:type="dcterms:W3CDTF">2026-06-09T20:56:36Z</dcterms:created>
  <dcterms:modified xsi:type="dcterms:W3CDTF">2026-06-09T20:56:36Z</dcterms:modified>
</cp:coreProperties>
</file>