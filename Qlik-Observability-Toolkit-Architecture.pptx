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OpenTelemetry · Qlik Cloud Analytics</a:t>
            </a:r>
            <a:endParaRPr lang="en-US" sz="1600" dirty="0"/>
          </a:p>
        </p:txBody>
      </p:sp>
      <p:sp>
        <p:nvSpPr>
          <p:cNvPr id="6" name="Text 4">
            <a:hlinkClick r:id="rId1" tooltip="Open repo"/>
          </p:cNvPr>
          <p:cNvSpPr/>
          <p:nvPr/>
        </p:nvSpPr>
        <p:spPr>
          <a:xfrm>
            <a:off x="914400" y="3703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github.com/robertschoenfeldqlik/QlikObservabilityToolkit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+ 8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Talend (8) + Qlik Cloud (8) observability tools, tenancy-aware, + the tenant-discovery meta-tool.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74520" y="31089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30" kern="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— architecture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874520" y="804672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→ collection &amp; control → store, visualize &amp; analyze — with telemetry export.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F2F8F4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8988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0" y="1280160"/>
            <a:ext cx="4160520" cy="3931920"/>
          </a:xfrm>
          <a:prstGeom prst="roundRect">
            <a:avLst>
              <a:gd name="adj" fmla="val 1860"/>
            </a:avLst>
          </a:prstGeom>
          <a:solidFill>
            <a:srgbClr val="F1F6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51960" y="138988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 + CONTROL PLANE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549640" y="1280160"/>
            <a:ext cx="3154680" cy="3931920"/>
          </a:xfrm>
          <a:prstGeom prst="roundRect">
            <a:avLst>
              <a:gd name="adj" fmla="val 2319"/>
            </a:avLst>
          </a:prstGeom>
          <a:solidFill>
            <a:srgbClr val="F4F1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0" y="138988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· VISUALIZE · ANALYZE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69164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691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93579C"/>
          </a:solidFill>
          <a:ln/>
        </p:spPr>
      </p:sp>
      <p:pic>
        <p:nvPicPr>
          <p:cNvPr id="12" name="Image 0" descr="deploy/assets/icons/talend-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860804"/>
            <a:ext cx="530352" cy="53035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508760" y="1801368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508760" y="209397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Exec-history · Audit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94360" y="283464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2834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17" name="Image 1" descr="deploy/assets/icons/qlik-clou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3003804"/>
            <a:ext cx="530352" cy="53035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508760" y="2944368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508760" y="323697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94360" y="397764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94360" y="3977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6580"/>
          </a:solidFill>
          <a:ln/>
        </p:spPr>
      </p:sp>
      <p:pic>
        <p:nvPicPr>
          <p:cNvPr id="22" name="Image 2" descr="deploy/assets/icons/remote-eng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4146804"/>
            <a:ext cx="530352" cy="53035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508760" y="4087368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 hosts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1508760" y="437997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on Linux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251960" y="169164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251960" y="1691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27" name="Image 3" descr="deploy/assets/icons/mc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1860804"/>
            <a:ext cx="530352" cy="53035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166360" y="1801368"/>
            <a:ext cx="2880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(TS)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5166360" y="209397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stdio · per-tenant routing · Talend + Qlik obs tools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51960" y="283464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251960" y="2834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32" name="Image 4" descr="deploy/assets/icons/export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1416" y="3003804"/>
            <a:ext cx="530352" cy="530352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166360" y="2944368"/>
            <a:ext cx="2880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 ×4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5166360" y="323697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engine-logs · qlik-obs · qvd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4251960" y="397764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4251960" y="3977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37" name="Image 5" descr="deploy/assets/icons/extracto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4146804"/>
            <a:ext cx="530352" cy="53035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166360" y="4087368"/>
            <a:ext cx="2880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qlik-engine-extractor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5166360" y="437997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agent · self-diagnosing · heartbeats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8686800" y="169164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2D3543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686800" y="1691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2D3543"/>
          </a:solidFill>
          <a:ln/>
        </p:spPr>
      </p:sp>
      <p:pic>
        <p:nvPicPr>
          <p:cNvPr id="42" name="Image 6" descr="deploy/assets/icons/prometheu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6256" y="1860804"/>
            <a:ext cx="530352" cy="530352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9601200" y="180136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44" name="Text 35"/>
          <p:cNvSpPr/>
          <p:nvPr/>
        </p:nvSpPr>
        <p:spPr>
          <a:xfrm>
            <a:off x="9601200" y="209397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 all /metrics · 14d</a:t>
            </a:r>
            <a:endParaRPr lang="en-US" sz="900" dirty="0"/>
          </a:p>
        </p:txBody>
      </p:sp>
      <p:sp>
        <p:nvSpPr>
          <p:cNvPr id="45" name="Shape 36"/>
          <p:cNvSpPr/>
          <p:nvPr/>
        </p:nvSpPr>
        <p:spPr>
          <a:xfrm>
            <a:off x="8686800" y="283464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0CFC9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686800" y="2834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0CFC9"/>
          </a:solidFill>
          <a:ln/>
        </p:spPr>
      </p:sp>
      <p:pic>
        <p:nvPicPr>
          <p:cNvPr id="47" name="Image 7" descr="deploy/assets/icons/grafan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06256" y="3003804"/>
            <a:ext cx="530352" cy="530352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9601200" y="294436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Grafana</a:t>
            </a:r>
            <a:endParaRPr lang="en-US" sz="1200" dirty="0"/>
          </a:p>
        </p:txBody>
      </p:sp>
      <p:sp>
        <p:nvSpPr>
          <p:cNvPr id="49" name="Text 39"/>
          <p:cNvSpPr/>
          <p:nvPr/>
        </p:nvSpPr>
        <p:spPr>
          <a:xfrm>
            <a:off x="9601200" y="323697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+ 2 dashboards</a:t>
            </a:r>
            <a:endParaRPr lang="en-US" sz="900" dirty="0"/>
          </a:p>
        </p:txBody>
      </p:sp>
      <p:sp>
        <p:nvSpPr>
          <p:cNvPr id="50" name="Shape 40"/>
          <p:cNvSpPr/>
          <p:nvPr/>
        </p:nvSpPr>
        <p:spPr>
          <a:xfrm>
            <a:off x="8686800" y="397764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51" name="Shape 41"/>
          <p:cNvSpPr/>
          <p:nvPr/>
        </p:nvSpPr>
        <p:spPr>
          <a:xfrm>
            <a:off x="8686800" y="3977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52" name="Image 8" descr="deploy/assets/icons/qlik-ap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06256" y="4146804"/>
            <a:ext cx="530352" cy="530352"/>
          </a:xfrm>
          <a:prstGeom prst="rect">
            <a:avLst/>
          </a:prstGeom>
        </p:spPr>
      </p:pic>
      <p:sp>
        <p:nvSpPr>
          <p:cNvPr id="53" name="Text 42"/>
          <p:cNvSpPr/>
          <p:nvPr/>
        </p:nvSpPr>
        <p:spPr>
          <a:xfrm>
            <a:off x="9601200" y="408736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Analytics app</a:t>
            </a:r>
            <a:endParaRPr lang="en-US" sz="1200" dirty="0"/>
          </a:p>
        </p:txBody>
      </p:sp>
      <p:sp>
        <p:nvSpPr>
          <p:cNvPr id="54" name="Text 43"/>
          <p:cNvSpPr/>
          <p:nvPr/>
        </p:nvSpPr>
        <p:spPr>
          <a:xfrm>
            <a:off x="9601200" y="437997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QVD-driven trend / BI</a:t>
            </a:r>
            <a:endParaRPr lang="en-US" sz="900" dirty="0"/>
          </a:p>
        </p:txBody>
      </p:sp>
      <p:sp>
        <p:nvSpPr>
          <p:cNvPr id="55" name="Shape 44"/>
          <p:cNvSpPr/>
          <p:nvPr/>
        </p:nvSpPr>
        <p:spPr>
          <a:xfrm>
            <a:off x="3703320" y="2125980"/>
            <a:ext cx="548640" cy="0"/>
          </a:xfrm>
          <a:prstGeom prst="line">
            <a:avLst/>
          </a:prstGeom>
          <a:noFill/>
          <a:ln w="22225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56" name="Shape 45"/>
          <p:cNvSpPr/>
          <p:nvPr/>
        </p:nvSpPr>
        <p:spPr>
          <a:xfrm>
            <a:off x="3703320" y="3268980"/>
            <a:ext cx="548640" cy="114300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46"/>
          <p:cNvSpPr/>
          <p:nvPr/>
        </p:nvSpPr>
        <p:spPr>
          <a:xfrm>
            <a:off x="3703320" y="4411980"/>
            <a:ext cx="54864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58" name="Shape 47"/>
          <p:cNvSpPr/>
          <p:nvPr/>
        </p:nvSpPr>
        <p:spPr>
          <a:xfrm>
            <a:off x="8138160" y="2125980"/>
            <a:ext cx="548640" cy="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9" name="Shape 48"/>
          <p:cNvSpPr/>
          <p:nvPr/>
        </p:nvSpPr>
        <p:spPr>
          <a:xfrm>
            <a:off x="8138160" y="3268980"/>
            <a:ext cx="548640" cy="-1143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49"/>
          <p:cNvSpPr/>
          <p:nvPr/>
        </p:nvSpPr>
        <p:spPr>
          <a:xfrm>
            <a:off x="8138160" y="4411980"/>
            <a:ext cx="548640" cy="-2286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1" name="Text 50"/>
          <p:cNvSpPr/>
          <p:nvPr/>
        </p:nvSpPr>
        <p:spPr>
          <a:xfrm>
            <a:off x="457200" y="5321808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TELEMETRY EXPORT · OPENTELEMETRY COLLECTOR</a:t>
            </a:r>
            <a:endParaRPr lang="en-US" sz="1100" dirty="0"/>
          </a:p>
        </p:txBody>
      </p:sp>
      <p:sp>
        <p:nvSpPr>
          <p:cNvPr id="62" name="Shape 51"/>
          <p:cNvSpPr/>
          <p:nvPr/>
        </p:nvSpPr>
        <p:spPr>
          <a:xfrm>
            <a:off x="594360" y="5623560"/>
            <a:ext cx="384048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594360" y="5623560"/>
            <a:ext cx="91440" cy="841248"/>
          </a:xfrm>
          <a:prstGeom prst="roundRect">
            <a:avLst>
              <a:gd name="adj" fmla="val 70000"/>
            </a:avLst>
          </a:prstGeom>
          <a:solidFill>
            <a:srgbClr val="006580"/>
          </a:solidFill>
          <a:ln/>
        </p:spPr>
      </p:sp>
      <p:sp>
        <p:nvSpPr>
          <p:cNvPr id="64" name="Text 53"/>
          <p:cNvSpPr/>
          <p:nvPr/>
        </p:nvSpPr>
        <p:spPr>
          <a:xfrm>
            <a:off x="850392" y="573328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OpenTelemetry Collector</a:t>
            </a:r>
            <a:endParaRPr lang="en-US" sz="1200" dirty="0"/>
          </a:p>
        </p:txBody>
      </p:sp>
      <p:sp>
        <p:nvSpPr>
          <p:cNvPr id="65" name="Text 54"/>
          <p:cNvSpPr/>
          <p:nvPr/>
        </p:nvSpPr>
        <p:spPr>
          <a:xfrm>
            <a:off x="850392" y="6025896"/>
            <a:ext cx="3493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OTLP receiver · scrapes every /metrics · batch + route</a:t>
            </a:r>
            <a:endParaRPr lang="en-US" sz="900" dirty="0"/>
          </a:p>
        </p:txBody>
      </p:sp>
      <p:sp>
        <p:nvSpPr>
          <p:cNvPr id="66" name="Shape 55"/>
          <p:cNvSpPr/>
          <p:nvPr/>
        </p:nvSpPr>
        <p:spPr>
          <a:xfrm>
            <a:off x="4937760" y="5623560"/>
            <a:ext cx="32004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67" name="Shape 56"/>
          <p:cNvSpPr/>
          <p:nvPr/>
        </p:nvSpPr>
        <p:spPr>
          <a:xfrm>
            <a:off x="4937760" y="5623560"/>
            <a:ext cx="91440" cy="841248"/>
          </a:xfrm>
          <a:prstGeom prst="roundRect">
            <a:avLst>
              <a:gd name="adj" fmla="val 70000"/>
            </a:avLst>
          </a:prstGeom>
          <a:solidFill>
            <a:srgbClr val="93579C"/>
          </a:solidFill>
          <a:ln/>
        </p:spPr>
      </p:sp>
      <p:sp>
        <p:nvSpPr>
          <p:cNvPr id="68" name="Text 57"/>
          <p:cNvSpPr/>
          <p:nvPr/>
        </p:nvSpPr>
        <p:spPr>
          <a:xfrm>
            <a:off x="5193792" y="5733288"/>
            <a:ext cx="28529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Datadog</a:t>
            </a:r>
            <a:endParaRPr lang="en-US" sz="1200" dirty="0"/>
          </a:p>
        </p:txBody>
      </p:sp>
      <p:sp>
        <p:nvSpPr>
          <p:cNvPr id="69" name="Text 58"/>
          <p:cNvSpPr/>
          <p:nvPr/>
        </p:nvSpPr>
        <p:spPr>
          <a:xfrm>
            <a:off x="5193792" y="6025896"/>
            <a:ext cx="285292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metrics · logs · APM  (datadog exporter)</a:t>
            </a:r>
            <a:endParaRPr lang="en-US" sz="900" dirty="0"/>
          </a:p>
        </p:txBody>
      </p:sp>
      <p:sp>
        <p:nvSpPr>
          <p:cNvPr id="70" name="Shape 59"/>
          <p:cNvSpPr/>
          <p:nvPr/>
        </p:nvSpPr>
        <p:spPr>
          <a:xfrm>
            <a:off x="8321040" y="5623560"/>
            <a:ext cx="324612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71" name="Shape 60"/>
          <p:cNvSpPr/>
          <p:nvPr/>
        </p:nvSpPr>
        <p:spPr>
          <a:xfrm>
            <a:off x="8321040" y="5623560"/>
            <a:ext cx="91440" cy="841248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sp>
        <p:nvSpPr>
          <p:cNvPr id="72" name="Text 61"/>
          <p:cNvSpPr/>
          <p:nvPr/>
        </p:nvSpPr>
        <p:spPr>
          <a:xfrm>
            <a:off x="8577072" y="5733288"/>
            <a:ext cx="2898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Splunk</a:t>
            </a:r>
            <a:endParaRPr lang="en-US" sz="1200" dirty="0"/>
          </a:p>
        </p:txBody>
      </p:sp>
      <p:sp>
        <p:nvSpPr>
          <p:cNvPr id="73" name="Text 62"/>
          <p:cNvSpPr/>
          <p:nvPr/>
        </p:nvSpPr>
        <p:spPr>
          <a:xfrm>
            <a:off x="8577072" y="6025896"/>
            <a:ext cx="289864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HEC / Observability Cloud  (splunk_hec)</a:t>
            </a:r>
            <a:endParaRPr lang="en-US" sz="900" dirty="0"/>
          </a:p>
        </p:txBody>
      </p:sp>
      <p:sp>
        <p:nvSpPr>
          <p:cNvPr id="74" name="Shape 63"/>
          <p:cNvSpPr/>
          <p:nvPr/>
        </p:nvSpPr>
        <p:spPr>
          <a:xfrm>
            <a:off x="4434840" y="6044184"/>
            <a:ext cx="50292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75" name="Shape 64"/>
          <p:cNvSpPr/>
          <p:nvPr/>
        </p:nvSpPr>
        <p:spPr>
          <a:xfrm>
            <a:off x="8138160" y="6044184"/>
            <a:ext cx="18288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76" name="Shape 6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9845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74520" y="292608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74520" y="292608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Default. Pure read-only: observability-metrics, execution-logs, execution-history-search, plus the tenant-discovery meta-tool.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— LOADED OUT OF THE BOX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5605272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Observability-only by design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53035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orchestration or admin endpoints are exposed. Talend presets: observability (default) + logging. Qlik Cloud adds a read-only qlik_observability__* tool family (apps, reloads, audits, quotas, spaces, users) — every tool is tenancy-aware. Need a wider Talend surface? Pass an explicit TMC_APIS=&lt;comma,list&gt;.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27" name="Text 25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1" name="Text 29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74520" y="3657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874520" y="896112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5" name="Text 3">
            <a:hlinkClick r:id="rId1" tooltip="Open repo"/>
          </p:cNvPr>
          <p:cNvSpPr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▸  github.com/robertschoenfeldqlik/QlikObservabilityToolkit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9536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Qlik Observability Toolkit Architecture</dc:title>
  <dc:subject>PptxGenJS Presentation</dc:subject>
  <dc:creator>Qlik Observability Toolkit Server</dc:creator>
  <cp:lastModifiedBy>Qlik Observability Toolkit Server</cp:lastModifiedBy>
  <cp:revision>1</cp:revision>
  <dcterms:created xsi:type="dcterms:W3CDTF">2026-06-09T21:10:45Z</dcterms:created>
  <dcterms:modified xsi:type="dcterms:W3CDTF">2026-06-09T21:10:45Z</dcterms:modified>
</cp:coreProperties>
</file>