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+ 8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Talend (8) + Qlik Cloud (8) observability tools, tenancy-aware, + the tenant-discovery meta-tool.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0" y="292608"/>
            <a:ext cx="1234440" cy="685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57200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57200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57200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93579C"/>
          </a:solidFill>
          <a:ln/>
        </p:spPr>
      </p:sp>
      <p:pic>
        <p:nvPicPr>
          <p:cNvPr id="13" name="Image 1" descr="deploy/assets/icons/talend-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933956"/>
            <a:ext cx="566928" cy="56692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08760" y="1892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508760" y="2185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94360" y="2926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43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18" name="Image 2" descr="deploy/assets/icons/qlik-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3076956"/>
            <a:ext cx="566928" cy="56692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3035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508760" y="3328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94360" y="4069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43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6580"/>
          </a:solidFill>
          <a:ln/>
        </p:spPr>
      </p:sp>
      <p:pic>
        <p:nvPicPr>
          <p:cNvPr id="23" name="Image 3" descr="deploy/assets/icons/remote-eng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4219956"/>
            <a:ext cx="566928" cy="56692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178808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508760" y="4471416"/>
            <a:ext cx="21031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25196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28" name="Image 4" descr="deploy/assets/icons/mc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1933956"/>
            <a:ext cx="566928" cy="5669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66360" y="1892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5166360" y="2185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Talend + Qlik obs tools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4251960" y="2926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25196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9416C"/>
          </a:solidFill>
          <a:ln/>
        </p:spPr>
      </p:sp>
      <p:pic>
        <p:nvPicPr>
          <p:cNvPr id="33" name="Image 5" descr="deploy/assets/icons/export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416" y="3076956"/>
            <a:ext cx="566928" cy="5669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66360" y="3035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166360" y="3328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4251960" y="4069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25196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38" name="Image 6" descr="deploy/assets/icons/extract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1416" y="4219956"/>
            <a:ext cx="566928" cy="566928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166360" y="4178808"/>
            <a:ext cx="2880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0" name="Text 31"/>
          <p:cNvSpPr/>
          <p:nvPr/>
        </p:nvSpPr>
        <p:spPr>
          <a:xfrm>
            <a:off x="5166360" y="4471416"/>
            <a:ext cx="288036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686800" y="1783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2D3543"/>
          </a:solidFill>
          <a:ln/>
        </p:spPr>
      </p:sp>
      <p:pic>
        <p:nvPicPr>
          <p:cNvPr id="43" name="Image 7" descr="deploy/assets/icons/prometheu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6256" y="1933956"/>
            <a:ext cx="566928" cy="566928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9601200" y="1892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9601200" y="2185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8686800" y="2926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8686800" y="2926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10CFC9"/>
          </a:solidFill>
          <a:ln/>
        </p:spPr>
      </p:sp>
      <p:pic>
        <p:nvPicPr>
          <p:cNvPr id="48" name="Image 8" descr="deploy/assets/icons/grafan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06256" y="3076956"/>
            <a:ext cx="566928" cy="566928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9601200" y="3035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0" name="Text 39"/>
          <p:cNvSpPr/>
          <p:nvPr/>
        </p:nvSpPr>
        <p:spPr>
          <a:xfrm>
            <a:off x="9601200" y="3328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8686800" y="4069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8686800" y="4069080"/>
            <a:ext cx="91440" cy="868680"/>
          </a:xfrm>
          <a:prstGeom prst="roundRect">
            <a:avLst>
              <a:gd name="adj" fmla="val 70000"/>
            </a:avLst>
          </a:prstGeom>
          <a:solidFill>
            <a:srgbClr val="009845"/>
          </a:solidFill>
          <a:ln/>
        </p:spPr>
      </p:sp>
      <p:pic>
        <p:nvPicPr>
          <p:cNvPr id="53" name="Image 9" descr="deploy/assets/icons/qlik-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6256" y="4219956"/>
            <a:ext cx="566928" cy="56692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9601200" y="4178808"/>
            <a:ext cx="1874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55" name="Text 43"/>
          <p:cNvSpPr/>
          <p:nvPr/>
        </p:nvSpPr>
        <p:spPr>
          <a:xfrm>
            <a:off x="9601200" y="4471416"/>
            <a:ext cx="187452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56" name="Shape 44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57" name="Shape 45"/>
          <p:cNvSpPr/>
          <p:nvPr/>
        </p:nvSpPr>
        <p:spPr>
          <a:xfrm>
            <a:off x="3703320" y="3360420"/>
            <a:ext cx="548640" cy="114300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Shape 46"/>
          <p:cNvSpPr/>
          <p:nvPr/>
        </p:nvSpPr>
        <p:spPr>
          <a:xfrm>
            <a:off x="3703320" y="4503420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8138160" y="2217420"/>
            <a:ext cx="54864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48"/>
          <p:cNvSpPr/>
          <p:nvPr/>
        </p:nvSpPr>
        <p:spPr>
          <a:xfrm>
            <a:off x="8138160" y="3360420"/>
            <a:ext cx="548640" cy="-1143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1" name="Shape 49"/>
          <p:cNvSpPr/>
          <p:nvPr/>
        </p:nvSpPr>
        <p:spPr>
          <a:xfrm>
            <a:off x="8138160" y="4503420"/>
            <a:ext cx="548640" cy="-228600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2" name="Shape 50"/>
          <p:cNvSpPr/>
          <p:nvPr/>
        </p:nvSpPr>
        <p:spPr>
          <a:xfrm>
            <a:off x="10122408" y="2628900"/>
            <a:ext cx="0" cy="73152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3" name="Shape 51"/>
          <p:cNvSpPr/>
          <p:nvPr/>
        </p:nvSpPr>
        <p:spPr>
          <a:xfrm>
            <a:off x="10122408" y="3771900"/>
            <a:ext cx="0" cy="731520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pic>
        <p:nvPicPr>
          <p:cNvPr id="64" name="Image 10" descr="deploy/assets/icons/qv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016752"/>
            <a:ext cx="384048" cy="384048"/>
          </a:xfrm>
          <a:prstGeom prst="rect">
            <a:avLst/>
          </a:prstGeom>
        </p:spPr>
      </p:pic>
      <p:sp>
        <p:nvSpPr>
          <p:cNvPr id="65" name="Text 52"/>
          <p:cNvSpPr/>
          <p:nvPr/>
        </p:nvSpPr>
        <p:spPr>
          <a:xfrm>
            <a:off x="914400" y="6035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66" name="Shape 5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Default. Pure read-only: observability-metrics, execution-logs, execution-history-search, plus the tenant-discovery meta-tool.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— LOADED OUT OF THE 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5605272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Observability-only by design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530352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orchestration or admin endpoints are exposed. Talend presets: observability (default) + logging. Qlik Cloud adds a read-only qlik_observability__* tool family (apps, reloads, audits, quotas, spaces, users) — every tool is tenancy-aware. Need a wider Talend surface? Pass an explicit TMC_APIS=&lt;comma,list&gt;.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1" name="Text 29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Qlik Observability Toolkit Architecture</dc:title>
  <dc:subject>PptxGenJS Presentation</dc:subject>
  <dc:creator>Qlik Observability Toolkit Server</dc:creator>
  <cp:lastModifiedBy>Qlik Observability Toolkit Server</cp:lastModifiedBy>
  <cp:revision>1</cp:revision>
  <dcterms:created xsi:type="dcterms:W3CDTF">2026-06-09T20:41:34Z</dcterms:created>
  <dcterms:modified xsi:type="dcterms:W3CDTF">2026-06-09T20:41:34Z</dcterms:modified>
</cp:coreProperties>
</file>