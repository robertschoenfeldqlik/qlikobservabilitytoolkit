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4B570B7-D69D-8DA2-462B-C878CD3E6A3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EAE97F9-BA58-23B9-0185-F21B203B3B5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C743094-6F16-5A21-004B-F387B30DA7B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8C65513-F6F0-B44D-87EC-52ED2F81CB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5199249"/>
      </p:ext>
    </p:extLst>
  </p:cSld>
  <p:clrMap bg1="lt1" tx1="dk1" bg2="lt2" tx2="dk2" accent1="accent1" accent2="accent2" accent3="accent3" accent4="accent4" accent5="accent5" accent6="accent6" hlink="hlink" folHlink="folHlink"/>
  <p:hf ftr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D9B17D6-D9A8-D847-8F91-B91B380ED254}" type="datetime1">
              <a:rPr lang="en-US" smtClean="0"/>
              <a:t>4/30/24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BE009A8-0C93-E046-9A12-3E9DA893E9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7023752"/>
      </p:ext>
    </p:extLst>
  </p:cSld>
  <p:clrMap bg1="lt1" tx1="dk1" bg2="lt2" tx2="dk2" accent1="accent1" accent2="accent2" accent3="accent3" accent4="accent4" accent5="accent5" accent6="accent6" hlink="hlink" folHlink="folHlink"/>
  <p:hf ftr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sv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sv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svg"/><Relationship Id="rId4" Type="http://schemas.openxmlformats.org/officeDocument/2006/relationships/image" Target="../media/image2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svg"/><Relationship Id="rId4" Type="http://schemas.openxmlformats.org/officeDocument/2006/relationships/image" Target="../media/image4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svg"/><Relationship Id="rId4" Type="http://schemas.openxmlformats.org/officeDocument/2006/relationships/image" Target="../media/image2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svg"/><Relationship Id="rId4" Type="http://schemas.openxmlformats.org/officeDocument/2006/relationships/image" Target="../media/image4.png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9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20.png"/><Relationship Id="rId4" Type="http://schemas.openxmlformats.org/officeDocument/2006/relationships/image" Target="../media/image3.svg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svg"/><Relationship Id="rId4" Type="http://schemas.openxmlformats.org/officeDocument/2006/relationships/image" Target="../media/image2.png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1.png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svg"/><Relationship Id="rId4" Type="http://schemas.openxmlformats.org/officeDocument/2006/relationships/image" Target="../media/image2.png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2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svg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svg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2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svg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2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svg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2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svg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2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svg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2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svg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svg"/></Relationships>
</file>

<file path=ppt/slideLayouts/_rels/slideLayout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svg"/></Relationships>
</file>

<file path=ppt/slideLayouts/_rels/slideLayout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svg"/><Relationship Id="rId4" Type="http://schemas.openxmlformats.org/officeDocument/2006/relationships/image" Target="../media/image4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black background with green lines&#10;&#10;Description automatically generated">
            <a:extLst>
              <a:ext uri="{FF2B5EF4-FFF2-40B4-BE49-F238E27FC236}">
                <a16:creationId xmlns:a16="http://schemas.microsoft.com/office/drawing/2014/main" id="{D5D63AA0-83D5-6AD3-2D92-4C78A0C59F6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277" y="0"/>
            <a:ext cx="12192000" cy="6858000"/>
          </a:xfrm>
          <a:prstGeom prst="rect">
            <a:avLst/>
          </a:prstGeom>
        </p:spPr>
      </p:pic>
      <p:sp>
        <p:nvSpPr>
          <p:cNvPr id="23" name="Title 1">
            <a:extLst>
              <a:ext uri="{FF2B5EF4-FFF2-40B4-BE49-F238E27FC236}">
                <a16:creationId xmlns:a16="http://schemas.microsoft.com/office/drawing/2014/main" id="{3FC4B43D-40E5-215E-199A-669555AB43E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0574" y="1811992"/>
            <a:ext cx="5645426" cy="2309172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defRPr sz="4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Overarching cover slide for all uses</a:t>
            </a:r>
          </a:p>
        </p:txBody>
      </p:sp>
      <p:sp>
        <p:nvSpPr>
          <p:cNvPr id="24" name="Subtitle 2">
            <a:extLst>
              <a:ext uri="{FF2B5EF4-FFF2-40B4-BE49-F238E27FC236}">
                <a16:creationId xmlns:a16="http://schemas.microsoft.com/office/drawing/2014/main" id="{6F1F0BF3-9EE8-74E5-293F-EE8C88481C3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50574" y="4275802"/>
            <a:ext cx="5645426" cy="365126"/>
          </a:xfrm>
        </p:spPr>
        <p:txBody>
          <a:bodyPr anchor="ctr">
            <a:noAutofit/>
          </a:bodyPr>
          <a:lstStyle>
            <a:lvl1pPr marL="0" indent="0" algn="l">
              <a:buNone/>
              <a:defRPr sz="2400" b="0" i="0">
                <a:solidFill>
                  <a:schemeClr val="accent1"/>
                </a:solidFill>
                <a:latin typeface="Inter Light" panose="02000503000000020004" pitchFamily="2" charset="0"/>
                <a:ea typeface="Inter Light" panose="0200050300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This is for a subtitle optional</a:t>
            </a:r>
          </a:p>
        </p:txBody>
      </p:sp>
      <p:sp>
        <p:nvSpPr>
          <p:cNvPr id="35" name="Text Placeholder 11">
            <a:extLst>
              <a:ext uri="{FF2B5EF4-FFF2-40B4-BE49-F238E27FC236}">
                <a16:creationId xmlns:a16="http://schemas.microsoft.com/office/drawing/2014/main" id="{29AF862F-D761-E769-9D25-E9A31103033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0850" y="5102124"/>
            <a:ext cx="5645150" cy="270771"/>
          </a:xfrm>
        </p:spPr>
        <p:txBody>
          <a:bodyPr>
            <a:noAutofit/>
          </a:bodyPr>
          <a:lstStyle>
            <a:lvl1pPr marL="0" indent="0">
              <a:buNone/>
              <a:defRPr sz="1600" b="1" i="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</a:defRPr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36" name="Text Placeholder 14">
            <a:extLst>
              <a:ext uri="{FF2B5EF4-FFF2-40B4-BE49-F238E27FC236}">
                <a16:creationId xmlns:a16="http://schemas.microsoft.com/office/drawing/2014/main" id="{31C66497-2842-3EEA-AAA4-9E1F67E927A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50574" y="5396346"/>
            <a:ext cx="5645150" cy="270771"/>
          </a:xfrm>
        </p:spPr>
        <p:txBody>
          <a:bodyPr>
            <a:noAutofit/>
          </a:bodyPr>
          <a:lstStyle>
            <a:lvl1pPr marL="0" indent="0">
              <a:buNone/>
              <a:defRPr sz="1600" b="0" i="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</a:defRPr>
            </a:lvl1pPr>
          </a:lstStyle>
          <a:p>
            <a:pPr lvl="0"/>
            <a:r>
              <a:rPr lang="en-US" dirty="0"/>
              <a:t>Job Title</a:t>
            </a:r>
          </a:p>
        </p:txBody>
      </p:sp>
      <p:sp>
        <p:nvSpPr>
          <p:cNvPr id="37" name="Text Placeholder 14">
            <a:extLst>
              <a:ext uri="{FF2B5EF4-FFF2-40B4-BE49-F238E27FC236}">
                <a16:creationId xmlns:a16="http://schemas.microsoft.com/office/drawing/2014/main" id="{C19CD83D-10D9-5471-79E0-A813BEB5A2C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0297" y="6104862"/>
            <a:ext cx="5645426" cy="270772"/>
          </a:xfrm>
        </p:spPr>
        <p:txBody>
          <a:bodyPr anchor="ctr">
            <a:noAutofit/>
          </a:bodyPr>
          <a:lstStyle>
            <a:lvl1pPr marL="0" indent="0">
              <a:buNone/>
              <a:defRPr sz="1200" b="0" i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</a:defRPr>
            </a:lvl1pPr>
          </a:lstStyle>
          <a:p>
            <a:pPr lvl="0"/>
            <a:r>
              <a:rPr lang="en-US" dirty="0"/>
              <a:t>Optional Date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3434EEFA-9B63-F89B-7B17-B6F8912D3E1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323111" y="283678"/>
            <a:ext cx="1741194" cy="9673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634704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black background with green lines&#10;&#10;Description automatically generated">
            <a:extLst>
              <a:ext uri="{FF2B5EF4-FFF2-40B4-BE49-F238E27FC236}">
                <a16:creationId xmlns:a16="http://schemas.microsoft.com/office/drawing/2014/main" id="{F75CD2DC-51AA-9BE9-DE02-96565C25B2A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277" y="0"/>
            <a:ext cx="12192000" cy="6858000"/>
          </a:xfrm>
          <a:prstGeom prst="rect">
            <a:avLst/>
          </a:prstGeom>
        </p:spPr>
      </p:pic>
      <p:sp>
        <p:nvSpPr>
          <p:cNvPr id="23" name="Title 1">
            <a:extLst>
              <a:ext uri="{FF2B5EF4-FFF2-40B4-BE49-F238E27FC236}">
                <a16:creationId xmlns:a16="http://schemas.microsoft.com/office/drawing/2014/main" id="{3FC4B43D-40E5-215E-199A-669555AB43E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0574" y="1811992"/>
            <a:ext cx="5645426" cy="2309172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defRPr sz="4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Overarching cover slide for all uses</a:t>
            </a:r>
          </a:p>
        </p:txBody>
      </p:sp>
      <p:sp>
        <p:nvSpPr>
          <p:cNvPr id="24" name="Subtitle 2">
            <a:extLst>
              <a:ext uri="{FF2B5EF4-FFF2-40B4-BE49-F238E27FC236}">
                <a16:creationId xmlns:a16="http://schemas.microsoft.com/office/drawing/2014/main" id="{6F1F0BF3-9EE8-74E5-293F-EE8C88481C3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50574" y="4275802"/>
            <a:ext cx="5645426" cy="365126"/>
          </a:xfrm>
        </p:spPr>
        <p:txBody>
          <a:bodyPr anchor="ctr">
            <a:noAutofit/>
          </a:bodyPr>
          <a:lstStyle>
            <a:lvl1pPr marL="0" indent="0" algn="l">
              <a:buNone/>
              <a:defRPr sz="2400" b="0" i="0">
                <a:solidFill>
                  <a:schemeClr val="accent4"/>
                </a:solidFill>
                <a:latin typeface="Inter Light" panose="02000503000000020004" pitchFamily="2" charset="0"/>
                <a:ea typeface="Inter Light" panose="0200050300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This is for a subtitle optional</a:t>
            </a:r>
          </a:p>
        </p:txBody>
      </p:sp>
      <p:sp>
        <p:nvSpPr>
          <p:cNvPr id="35" name="Text Placeholder 11">
            <a:extLst>
              <a:ext uri="{FF2B5EF4-FFF2-40B4-BE49-F238E27FC236}">
                <a16:creationId xmlns:a16="http://schemas.microsoft.com/office/drawing/2014/main" id="{29AF862F-D761-E769-9D25-E9A31103033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0850" y="5102124"/>
            <a:ext cx="5645150" cy="270771"/>
          </a:xfrm>
        </p:spPr>
        <p:txBody>
          <a:bodyPr>
            <a:noAutofit/>
          </a:bodyPr>
          <a:lstStyle>
            <a:lvl1pPr marL="0" indent="0">
              <a:buNone/>
              <a:defRPr sz="1600" b="1" i="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</a:defRPr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36" name="Text Placeholder 14">
            <a:extLst>
              <a:ext uri="{FF2B5EF4-FFF2-40B4-BE49-F238E27FC236}">
                <a16:creationId xmlns:a16="http://schemas.microsoft.com/office/drawing/2014/main" id="{31C66497-2842-3EEA-AAA4-9E1F67E927A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50574" y="5396346"/>
            <a:ext cx="5645150" cy="270771"/>
          </a:xfrm>
        </p:spPr>
        <p:txBody>
          <a:bodyPr>
            <a:noAutofit/>
          </a:bodyPr>
          <a:lstStyle>
            <a:lvl1pPr marL="0" indent="0">
              <a:buNone/>
              <a:defRPr sz="1600" b="0" i="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</a:defRPr>
            </a:lvl1pPr>
          </a:lstStyle>
          <a:p>
            <a:pPr lvl="0"/>
            <a:r>
              <a:rPr lang="en-US" dirty="0"/>
              <a:t>Job Title</a:t>
            </a:r>
          </a:p>
        </p:txBody>
      </p:sp>
      <p:sp>
        <p:nvSpPr>
          <p:cNvPr id="37" name="Text Placeholder 14">
            <a:extLst>
              <a:ext uri="{FF2B5EF4-FFF2-40B4-BE49-F238E27FC236}">
                <a16:creationId xmlns:a16="http://schemas.microsoft.com/office/drawing/2014/main" id="{C19CD83D-10D9-5471-79E0-A813BEB5A2C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0297" y="6104862"/>
            <a:ext cx="5645426" cy="270772"/>
          </a:xfrm>
        </p:spPr>
        <p:txBody>
          <a:bodyPr anchor="ctr">
            <a:noAutofit/>
          </a:bodyPr>
          <a:lstStyle>
            <a:lvl1pPr marL="0" indent="0">
              <a:buNone/>
              <a:defRPr sz="1200" b="0" i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</a:defRPr>
            </a:lvl1pPr>
          </a:lstStyle>
          <a:p>
            <a:pPr lvl="0"/>
            <a:r>
              <a:rPr lang="en-US" dirty="0"/>
              <a:t>Optional Date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1F84F53E-8603-BFDE-B2F4-554C1A4BA20B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323111" y="287095"/>
            <a:ext cx="1741195" cy="9673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841778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E34B9C-16AD-6247-87EF-1591C4E80E8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0574" y="1811992"/>
            <a:ext cx="5645426" cy="2309172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defRPr sz="4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Analytics cover slide for analytics presentations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8A45E54-7E07-7B9B-3D30-CE879F2ADA48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50574" y="4275802"/>
            <a:ext cx="5645426" cy="365126"/>
          </a:xfrm>
        </p:spPr>
        <p:txBody>
          <a:bodyPr anchor="ctr">
            <a:noAutofit/>
          </a:bodyPr>
          <a:lstStyle>
            <a:lvl1pPr marL="0" indent="0" algn="l">
              <a:buNone/>
              <a:defRPr sz="2400" b="0" i="0">
                <a:solidFill>
                  <a:schemeClr val="accent1"/>
                </a:solidFill>
                <a:latin typeface="Inter Light" panose="02000503000000020004" pitchFamily="2" charset="0"/>
                <a:ea typeface="Inter Light" panose="0200050300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This is for a subtitle optional</a:t>
            </a:r>
          </a:p>
        </p:txBody>
      </p:sp>
      <p:sp>
        <p:nvSpPr>
          <p:cNvPr id="4" name="Text Placeholder 11">
            <a:extLst>
              <a:ext uri="{FF2B5EF4-FFF2-40B4-BE49-F238E27FC236}">
                <a16:creationId xmlns:a16="http://schemas.microsoft.com/office/drawing/2014/main" id="{D6B88179-8E19-AEEA-7C12-2193874EC83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0850" y="5102124"/>
            <a:ext cx="5645150" cy="270771"/>
          </a:xfrm>
        </p:spPr>
        <p:txBody>
          <a:bodyPr>
            <a:noAutofit/>
          </a:bodyPr>
          <a:lstStyle>
            <a:lvl1pPr marL="0" indent="0">
              <a:buNone/>
              <a:defRPr sz="1600" b="1" i="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</a:defRPr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5" name="Text Placeholder 14">
            <a:extLst>
              <a:ext uri="{FF2B5EF4-FFF2-40B4-BE49-F238E27FC236}">
                <a16:creationId xmlns:a16="http://schemas.microsoft.com/office/drawing/2014/main" id="{852DBD6C-6393-4015-5BE5-E756963B7F3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50574" y="5396346"/>
            <a:ext cx="5645150" cy="270771"/>
          </a:xfrm>
        </p:spPr>
        <p:txBody>
          <a:bodyPr>
            <a:noAutofit/>
          </a:bodyPr>
          <a:lstStyle>
            <a:lvl1pPr marL="0" indent="0">
              <a:buNone/>
              <a:defRPr sz="1600" b="0" i="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</a:defRPr>
            </a:lvl1pPr>
          </a:lstStyle>
          <a:p>
            <a:pPr lvl="0"/>
            <a:r>
              <a:rPr lang="en-US" dirty="0"/>
              <a:t>Job Title</a:t>
            </a:r>
          </a:p>
        </p:txBody>
      </p:sp>
      <p:sp>
        <p:nvSpPr>
          <p:cNvPr id="6" name="Text Placeholder 14">
            <a:extLst>
              <a:ext uri="{FF2B5EF4-FFF2-40B4-BE49-F238E27FC236}">
                <a16:creationId xmlns:a16="http://schemas.microsoft.com/office/drawing/2014/main" id="{B1065577-E891-979D-F5BB-7C6B755F9BD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0297" y="6104862"/>
            <a:ext cx="5645426" cy="270772"/>
          </a:xfrm>
        </p:spPr>
        <p:txBody>
          <a:bodyPr anchor="ctr">
            <a:noAutofit/>
          </a:bodyPr>
          <a:lstStyle>
            <a:lvl1pPr marL="0" indent="0">
              <a:buNone/>
              <a:defRPr sz="1200" b="0" i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</a:defRPr>
            </a:lvl1pPr>
          </a:lstStyle>
          <a:p>
            <a:pPr lvl="0"/>
            <a:r>
              <a:rPr lang="en-US" dirty="0"/>
              <a:t>Optional Date</a:t>
            </a: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69C2FCF2-4E29-EED1-5D84-0DBE995AEAA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738" t="38097" r="41958" b="-1231"/>
          <a:stretch/>
        </p:blipFill>
        <p:spPr>
          <a:xfrm>
            <a:off x="6293224" y="1"/>
            <a:ext cx="5898776" cy="6858000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85AB4620-118E-B232-6E87-74157253DC03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323111" y="283678"/>
            <a:ext cx="1741194" cy="9673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799971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4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C211AD-FACA-FA16-6AC9-88E59FF0C36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0574" y="1811992"/>
            <a:ext cx="5645426" cy="2309172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defRPr sz="4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Data Integration cover slide for data integration presentations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94DE177-0CE5-27BE-8C59-49539DD2ABA8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50574" y="4275802"/>
            <a:ext cx="5645426" cy="365126"/>
          </a:xfrm>
        </p:spPr>
        <p:txBody>
          <a:bodyPr anchor="ctr">
            <a:noAutofit/>
          </a:bodyPr>
          <a:lstStyle>
            <a:lvl1pPr marL="0" indent="0" algn="l">
              <a:buNone/>
              <a:defRPr sz="2400" b="0" i="0">
                <a:solidFill>
                  <a:schemeClr val="accent4"/>
                </a:solidFill>
                <a:latin typeface="Inter Light" panose="02000503000000020004" pitchFamily="2" charset="0"/>
                <a:ea typeface="Inter Light" panose="0200050300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This is for a subtitle optional</a:t>
            </a:r>
          </a:p>
        </p:txBody>
      </p:sp>
      <p:sp>
        <p:nvSpPr>
          <p:cNvPr id="4" name="Text Placeholder 11">
            <a:extLst>
              <a:ext uri="{FF2B5EF4-FFF2-40B4-BE49-F238E27FC236}">
                <a16:creationId xmlns:a16="http://schemas.microsoft.com/office/drawing/2014/main" id="{3E76B6C2-3112-C5F8-6521-C2E70AEE31F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0850" y="5102124"/>
            <a:ext cx="5645150" cy="270771"/>
          </a:xfrm>
        </p:spPr>
        <p:txBody>
          <a:bodyPr>
            <a:noAutofit/>
          </a:bodyPr>
          <a:lstStyle>
            <a:lvl1pPr marL="0" indent="0">
              <a:buNone/>
              <a:defRPr sz="1600" b="1" i="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</a:defRPr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5" name="Text Placeholder 14">
            <a:extLst>
              <a:ext uri="{FF2B5EF4-FFF2-40B4-BE49-F238E27FC236}">
                <a16:creationId xmlns:a16="http://schemas.microsoft.com/office/drawing/2014/main" id="{995ECAD9-4262-FC9E-09C4-0939165C2CF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50574" y="5396346"/>
            <a:ext cx="5645150" cy="270771"/>
          </a:xfrm>
        </p:spPr>
        <p:txBody>
          <a:bodyPr>
            <a:noAutofit/>
          </a:bodyPr>
          <a:lstStyle>
            <a:lvl1pPr marL="0" indent="0">
              <a:buNone/>
              <a:defRPr sz="1600" b="0" i="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</a:defRPr>
            </a:lvl1pPr>
          </a:lstStyle>
          <a:p>
            <a:pPr lvl="0"/>
            <a:r>
              <a:rPr lang="en-US" dirty="0"/>
              <a:t>Job Title</a:t>
            </a:r>
          </a:p>
        </p:txBody>
      </p:sp>
      <p:sp>
        <p:nvSpPr>
          <p:cNvPr id="6" name="Text Placeholder 14">
            <a:extLst>
              <a:ext uri="{FF2B5EF4-FFF2-40B4-BE49-F238E27FC236}">
                <a16:creationId xmlns:a16="http://schemas.microsoft.com/office/drawing/2014/main" id="{8820A854-FAFA-CC16-19D4-D65B9D1CDD8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0297" y="6104862"/>
            <a:ext cx="5645426" cy="270772"/>
          </a:xfrm>
        </p:spPr>
        <p:txBody>
          <a:bodyPr anchor="ctr">
            <a:noAutofit/>
          </a:bodyPr>
          <a:lstStyle>
            <a:lvl1pPr marL="0" indent="0">
              <a:buNone/>
              <a:defRPr sz="1200" b="0" i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</a:defRPr>
            </a:lvl1pPr>
          </a:lstStyle>
          <a:p>
            <a:pPr lvl="0"/>
            <a:r>
              <a:rPr lang="en-US" dirty="0"/>
              <a:t>Optional Date</a:t>
            </a:r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2BC3EC8C-B7FA-1224-8356-981FA134E39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flipH="1"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987201CC-6F60-363F-A04E-409C2EEF4A97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323111" y="287095"/>
            <a:ext cx="1741195" cy="9673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27143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5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FBF5B6-794E-B35A-3AC9-931068BA4C6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0574" y="1811992"/>
            <a:ext cx="5645426" cy="2309172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defRPr sz="4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AI cover slide for presentations that cover AI or ML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7B40B1CE-D8D7-DC6F-4390-31D68358CAE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50574" y="4275802"/>
            <a:ext cx="5645426" cy="365126"/>
          </a:xfrm>
        </p:spPr>
        <p:txBody>
          <a:bodyPr anchor="ctr">
            <a:noAutofit/>
          </a:bodyPr>
          <a:lstStyle>
            <a:lvl1pPr marL="0" indent="0" algn="l">
              <a:buNone/>
              <a:defRPr sz="2400" b="0" i="0">
                <a:solidFill>
                  <a:schemeClr val="accent1"/>
                </a:solidFill>
                <a:latin typeface="Inter Light" panose="02000503000000020004" pitchFamily="2" charset="0"/>
                <a:ea typeface="Inter Light" panose="0200050300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This is for a subtitle optional</a:t>
            </a:r>
          </a:p>
        </p:txBody>
      </p:sp>
      <p:sp>
        <p:nvSpPr>
          <p:cNvPr id="5" name="Text Placeholder 11">
            <a:extLst>
              <a:ext uri="{FF2B5EF4-FFF2-40B4-BE49-F238E27FC236}">
                <a16:creationId xmlns:a16="http://schemas.microsoft.com/office/drawing/2014/main" id="{BD5FEE04-5C39-AEEF-053B-98E65F7B674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0850" y="5102124"/>
            <a:ext cx="5645150" cy="270771"/>
          </a:xfrm>
        </p:spPr>
        <p:txBody>
          <a:bodyPr>
            <a:noAutofit/>
          </a:bodyPr>
          <a:lstStyle>
            <a:lvl1pPr marL="0" indent="0">
              <a:buNone/>
              <a:defRPr sz="1600" b="1" i="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</a:defRPr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6" name="Text Placeholder 14">
            <a:extLst>
              <a:ext uri="{FF2B5EF4-FFF2-40B4-BE49-F238E27FC236}">
                <a16:creationId xmlns:a16="http://schemas.microsoft.com/office/drawing/2014/main" id="{5ABBDE62-C7C2-4B81-0FA5-34AB4C74A9B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50574" y="5396346"/>
            <a:ext cx="5645150" cy="270771"/>
          </a:xfrm>
        </p:spPr>
        <p:txBody>
          <a:bodyPr>
            <a:noAutofit/>
          </a:bodyPr>
          <a:lstStyle>
            <a:lvl1pPr marL="0" indent="0">
              <a:buNone/>
              <a:defRPr sz="1600" b="0" i="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</a:defRPr>
            </a:lvl1pPr>
          </a:lstStyle>
          <a:p>
            <a:pPr lvl="0"/>
            <a:r>
              <a:rPr lang="en-US" dirty="0"/>
              <a:t>Job Title</a:t>
            </a:r>
          </a:p>
        </p:txBody>
      </p:sp>
      <p:sp>
        <p:nvSpPr>
          <p:cNvPr id="7" name="Text Placeholder 14">
            <a:extLst>
              <a:ext uri="{FF2B5EF4-FFF2-40B4-BE49-F238E27FC236}">
                <a16:creationId xmlns:a16="http://schemas.microsoft.com/office/drawing/2014/main" id="{48D6B784-4CBC-0915-02F6-2B8E4889D31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0297" y="6104862"/>
            <a:ext cx="5645426" cy="270772"/>
          </a:xfrm>
        </p:spPr>
        <p:txBody>
          <a:bodyPr anchor="ctr">
            <a:noAutofit/>
          </a:bodyPr>
          <a:lstStyle>
            <a:lvl1pPr marL="0" indent="0">
              <a:buNone/>
              <a:defRPr sz="1200" b="0" i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</a:defRPr>
            </a:lvl1pPr>
          </a:lstStyle>
          <a:p>
            <a:pPr lvl="0"/>
            <a:r>
              <a:rPr lang="en-US" dirty="0"/>
              <a:t>Optional Date</a:t>
            </a:r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868682DB-2182-5096-B24B-89DA74D31AE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341" t="4866" r="33235" b="20027"/>
          <a:stretch/>
        </p:blipFill>
        <p:spPr>
          <a:xfrm>
            <a:off x="6400800" y="0"/>
            <a:ext cx="5791200" cy="6858000"/>
          </a:xfrm>
          <a:prstGeom prst="rect">
            <a:avLst/>
          </a:prstGeom>
        </p:spPr>
      </p:pic>
      <p:pic>
        <p:nvPicPr>
          <p:cNvPr id="3" name="Graphic 2">
            <a:extLst>
              <a:ext uri="{FF2B5EF4-FFF2-40B4-BE49-F238E27FC236}">
                <a16:creationId xmlns:a16="http://schemas.microsoft.com/office/drawing/2014/main" id="{AF1CEE5F-2B81-6CF8-CDEA-8E9779FEB7B5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323111" y="283678"/>
            <a:ext cx="1741194" cy="9673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592141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6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C211AD-FACA-FA16-6AC9-88E59FF0C36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0574" y="1811992"/>
            <a:ext cx="5645426" cy="2309172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defRPr sz="4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Data quality cover slide for data quality &amp; governance presentations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94DE177-0CE5-27BE-8C59-49539DD2ABA8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50574" y="4275802"/>
            <a:ext cx="5645426" cy="365126"/>
          </a:xfrm>
        </p:spPr>
        <p:txBody>
          <a:bodyPr anchor="ctr">
            <a:noAutofit/>
          </a:bodyPr>
          <a:lstStyle>
            <a:lvl1pPr marL="0" indent="0" algn="l">
              <a:buNone/>
              <a:defRPr sz="2400" b="0" i="0">
                <a:solidFill>
                  <a:schemeClr val="accent4"/>
                </a:solidFill>
                <a:latin typeface="Inter Light" panose="02000503000000020004" pitchFamily="2" charset="0"/>
                <a:ea typeface="Inter Light" panose="0200050300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This is for a subtitle optional</a:t>
            </a:r>
          </a:p>
        </p:txBody>
      </p:sp>
      <p:sp>
        <p:nvSpPr>
          <p:cNvPr id="4" name="Text Placeholder 11">
            <a:extLst>
              <a:ext uri="{FF2B5EF4-FFF2-40B4-BE49-F238E27FC236}">
                <a16:creationId xmlns:a16="http://schemas.microsoft.com/office/drawing/2014/main" id="{3E76B6C2-3112-C5F8-6521-C2E70AEE31F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0850" y="5102124"/>
            <a:ext cx="5645150" cy="270771"/>
          </a:xfrm>
        </p:spPr>
        <p:txBody>
          <a:bodyPr>
            <a:noAutofit/>
          </a:bodyPr>
          <a:lstStyle>
            <a:lvl1pPr marL="0" indent="0">
              <a:buNone/>
              <a:defRPr sz="1600" b="1" i="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</a:defRPr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5" name="Text Placeholder 14">
            <a:extLst>
              <a:ext uri="{FF2B5EF4-FFF2-40B4-BE49-F238E27FC236}">
                <a16:creationId xmlns:a16="http://schemas.microsoft.com/office/drawing/2014/main" id="{995ECAD9-4262-FC9E-09C4-0939165C2CF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50574" y="5396346"/>
            <a:ext cx="5645150" cy="270771"/>
          </a:xfrm>
        </p:spPr>
        <p:txBody>
          <a:bodyPr>
            <a:noAutofit/>
          </a:bodyPr>
          <a:lstStyle>
            <a:lvl1pPr marL="0" indent="0">
              <a:buNone/>
              <a:defRPr sz="1600" b="0" i="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</a:defRPr>
            </a:lvl1pPr>
          </a:lstStyle>
          <a:p>
            <a:pPr lvl="0"/>
            <a:r>
              <a:rPr lang="en-US" dirty="0"/>
              <a:t>Job Title</a:t>
            </a:r>
          </a:p>
        </p:txBody>
      </p:sp>
      <p:sp>
        <p:nvSpPr>
          <p:cNvPr id="6" name="Text Placeholder 14">
            <a:extLst>
              <a:ext uri="{FF2B5EF4-FFF2-40B4-BE49-F238E27FC236}">
                <a16:creationId xmlns:a16="http://schemas.microsoft.com/office/drawing/2014/main" id="{8820A854-FAFA-CC16-19D4-D65B9D1CDD8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0297" y="6104862"/>
            <a:ext cx="5645426" cy="270772"/>
          </a:xfrm>
        </p:spPr>
        <p:txBody>
          <a:bodyPr anchor="ctr">
            <a:noAutofit/>
          </a:bodyPr>
          <a:lstStyle>
            <a:lvl1pPr marL="0" indent="0">
              <a:buNone/>
              <a:defRPr sz="1200" b="0" i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</a:defRPr>
            </a:lvl1pPr>
          </a:lstStyle>
          <a:p>
            <a:pPr lvl="0"/>
            <a:r>
              <a:rPr lang="en-US" dirty="0"/>
              <a:t>Optional Date</a:t>
            </a:r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CB19FDE6-D5B9-DB4F-2322-54FB6A1E06E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29431" t="14680" r="27945" b="33127"/>
          <a:stretch/>
        </p:blipFill>
        <p:spPr>
          <a:xfrm>
            <a:off x="6591300" y="0"/>
            <a:ext cx="5600700" cy="6858000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10C3FE82-F676-639F-F2FD-868BBC2F5615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323111" y="287095"/>
            <a:ext cx="1741195" cy="9673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081319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black background with green lines&#10;&#10;Description automatically generated">
            <a:extLst>
              <a:ext uri="{FF2B5EF4-FFF2-40B4-BE49-F238E27FC236}">
                <a16:creationId xmlns:a16="http://schemas.microsoft.com/office/drawing/2014/main" id="{73F66079-37BB-86DD-F9F3-FD9EF2D9DCA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53D6199-7E4E-EC3E-01B7-27A061D65B9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095999" y="2231551"/>
            <a:ext cx="5645426" cy="1875134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defRPr sz="4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Overarching divider slide for all uses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596EA256-34A4-5996-DCC4-F4ADF473332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095999" y="4261323"/>
            <a:ext cx="5645427" cy="876734"/>
          </a:xfrm>
        </p:spPr>
        <p:txBody>
          <a:bodyPr anchor="t">
            <a:noAutofit/>
          </a:bodyPr>
          <a:lstStyle>
            <a:lvl1pPr marL="0" indent="0" algn="l">
              <a:buNone/>
              <a:defRPr sz="2400" b="0" i="0">
                <a:solidFill>
                  <a:schemeClr val="accent1"/>
                </a:solidFill>
                <a:latin typeface="Inter Light" panose="02000503000000020004" pitchFamily="2" charset="0"/>
                <a:ea typeface="Inter Light" panose="0200050300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This is for a subtitle optional</a:t>
            </a:r>
          </a:p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546244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black background with green lines&#10;&#10;Description automatically generated">
            <a:extLst>
              <a:ext uri="{FF2B5EF4-FFF2-40B4-BE49-F238E27FC236}">
                <a16:creationId xmlns:a16="http://schemas.microsoft.com/office/drawing/2014/main" id="{28AD91B8-3334-630B-BD66-9DDD0FB55CA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flipH="1"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53D6199-7E4E-EC3E-01B7-27A061D65B9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0571" y="2584918"/>
            <a:ext cx="5645426" cy="1463664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defRPr sz="44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Overarching divider slide for all uses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596EA256-34A4-5996-DCC4-F4ADF473332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50571" y="4203220"/>
            <a:ext cx="5645427" cy="876734"/>
          </a:xfrm>
        </p:spPr>
        <p:txBody>
          <a:bodyPr anchor="t">
            <a:noAutofit/>
          </a:bodyPr>
          <a:lstStyle>
            <a:lvl1pPr marL="0" indent="0" algn="l">
              <a:buNone/>
              <a:defRPr sz="2400" b="0" i="0">
                <a:solidFill>
                  <a:schemeClr val="accent4"/>
                </a:solidFill>
                <a:latin typeface="Inter Light" panose="02000503000000020004" pitchFamily="2" charset="0"/>
                <a:ea typeface="Inter Light" panose="0200050300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This is for a subtitle optional</a:t>
            </a:r>
          </a:p>
        </p:txBody>
      </p:sp>
    </p:spTree>
    <p:extLst>
      <p:ext uri="{BB962C8B-B14F-4D97-AF65-F5344CB8AC3E}">
        <p14:creationId xmlns:p14="http://schemas.microsoft.com/office/powerpoint/2010/main" val="271699494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3D6199-7E4E-EC3E-01B7-27A061D65B9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0570" y="2584918"/>
            <a:ext cx="6396543" cy="1463664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defRPr sz="44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Analytics divider slide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596EA256-34A4-5996-DCC4-F4ADF473332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50571" y="4203220"/>
            <a:ext cx="5645427" cy="876734"/>
          </a:xfrm>
        </p:spPr>
        <p:txBody>
          <a:bodyPr anchor="t">
            <a:noAutofit/>
          </a:bodyPr>
          <a:lstStyle>
            <a:lvl1pPr marL="0" indent="0" algn="l">
              <a:buNone/>
              <a:defRPr sz="2400" b="0" i="0">
                <a:solidFill>
                  <a:schemeClr val="accent1"/>
                </a:solidFill>
                <a:latin typeface="Inter Light" panose="02000503000000020004" pitchFamily="2" charset="0"/>
                <a:ea typeface="Inter Light" panose="0200050300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This is for a subtitle optional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97449D2D-1DE2-A12B-DF18-8F2A463EB9C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58950" t="26968" r="7310" b="26967"/>
          <a:stretch/>
        </p:blipFill>
        <p:spPr>
          <a:xfrm flipH="1">
            <a:off x="7168924" y="1"/>
            <a:ext cx="502307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753815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4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3D6199-7E4E-EC3E-01B7-27A061D65B9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095999" y="2231551"/>
            <a:ext cx="5645426" cy="1875134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defRPr sz="4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Data Integration divider slide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596EA256-34A4-5996-DCC4-F4ADF473332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095999" y="4261323"/>
            <a:ext cx="5645427" cy="876734"/>
          </a:xfrm>
        </p:spPr>
        <p:txBody>
          <a:bodyPr anchor="t">
            <a:noAutofit/>
          </a:bodyPr>
          <a:lstStyle>
            <a:lvl1pPr marL="0" indent="0" algn="l">
              <a:buNone/>
              <a:defRPr sz="2400" b="0" i="0">
                <a:solidFill>
                  <a:schemeClr val="accent4"/>
                </a:solidFill>
                <a:latin typeface="Inter Light" panose="02000503000000020004" pitchFamily="2" charset="0"/>
                <a:ea typeface="Inter Light" panose="0200050300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This is for a subtitle optional</a:t>
            </a: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3B7888F5-ED04-B7C0-428C-F88F2D92C7A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472389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5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3D6199-7E4E-EC3E-01B7-27A061D65B9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095999" y="2231551"/>
            <a:ext cx="5645426" cy="1875135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defRPr sz="4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AI/ML</a:t>
            </a:r>
            <a:br>
              <a:rPr lang="en-US" dirty="0"/>
            </a:br>
            <a:r>
              <a:rPr lang="en-US" dirty="0"/>
              <a:t>divider slide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596EA256-34A4-5996-DCC4-F4ADF473332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095999" y="4261323"/>
            <a:ext cx="5645427" cy="876733"/>
          </a:xfrm>
        </p:spPr>
        <p:txBody>
          <a:bodyPr anchor="t">
            <a:noAutofit/>
          </a:bodyPr>
          <a:lstStyle>
            <a:lvl1pPr marL="0" indent="0" algn="l">
              <a:buNone/>
              <a:defRPr sz="2400" b="0" i="0">
                <a:solidFill>
                  <a:schemeClr val="accent1"/>
                </a:solidFill>
                <a:latin typeface="Inter Light" panose="02000503000000020004" pitchFamily="2" charset="0"/>
                <a:ea typeface="Inter Light" panose="0200050300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This is for a subtitle optional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B7F54775-4409-FA0E-1918-BDE657018FB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53181" t="53449" r="4109" b="2530"/>
          <a:stretch/>
        </p:blipFill>
        <p:spPr>
          <a:xfrm>
            <a:off x="0" y="-1"/>
            <a:ext cx="6095999" cy="6283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41519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6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3D6199-7E4E-EC3E-01B7-27A061D65B9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0571" y="2584918"/>
            <a:ext cx="5645426" cy="1463664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defRPr sz="44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AI/ML</a:t>
            </a:r>
            <a:br>
              <a:rPr lang="en-US" dirty="0"/>
            </a:br>
            <a:r>
              <a:rPr lang="en-US" dirty="0"/>
              <a:t>divider slide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596EA256-34A4-5996-DCC4-F4ADF473332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50571" y="4203220"/>
            <a:ext cx="5645427" cy="876734"/>
          </a:xfrm>
        </p:spPr>
        <p:txBody>
          <a:bodyPr anchor="t">
            <a:noAutofit/>
          </a:bodyPr>
          <a:lstStyle>
            <a:lvl1pPr marL="0" indent="0" algn="l">
              <a:buNone/>
              <a:defRPr sz="2400" b="0" i="0">
                <a:solidFill>
                  <a:schemeClr val="accent4"/>
                </a:solidFill>
                <a:latin typeface="Inter Light" panose="02000503000000020004" pitchFamily="2" charset="0"/>
                <a:ea typeface="Inter Light" panose="0200050300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This is for a subtitle optional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E61E1775-A956-58F2-BFA3-F17F4CF652B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50000" t="38580" b="13708"/>
          <a:stretch/>
        </p:blipFill>
        <p:spPr>
          <a:xfrm flipH="1">
            <a:off x="5005180" y="0"/>
            <a:ext cx="718682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29658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Placeholder 24">
            <a:extLst>
              <a:ext uri="{FF2B5EF4-FFF2-40B4-BE49-F238E27FC236}">
                <a16:creationId xmlns:a16="http://schemas.microsoft.com/office/drawing/2014/main" id="{0058478C-391D-7C7E-2C6A-2ABA668A054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8955" y="772198"/>
            <a:ext cx="2533830" cy="312176"/>
          </a:xfrm>
        </p:spPr>
        <p:txBody>
          <a:bodyPr>
            <a:noAutofit/>
          </a:bodyPr>
          <a:lstStyle>
            <a:lvl1pPr marL="0" indent="0">
              <a:buNone/>
              <a:defRPr b="1" i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</a:defRPr>
            </a:lvl1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18" name="Text Placeholder 24">
            <a:extLst>
              <a:ext uri="{FF2B5EF4-FFF2-40B4-BE49-F238E27FC236}">
                <a16:creationId xmlns:a16="http://schemas.microsoft.com/office/drawing/2014/main" id="{15754FC0-BCD4-FF89-6C43-EB0FB0D48C2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988954" y="1084374"/>
            <a:ext cx="2533831" cy="606644"/>
          </a:xfrm>
        </p:spPr>
        <p:txBody>
          <a:bodyPr>
            <a:no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1200"/>
            </a:lvl1pPr>
          </a:lstStyle>
          <a:p>
            <a:pPr>
              <a:spcBef>
                <a:spcPts val="1000"/>
              </a:spcBef>
            </a:pPr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sed do </a:t>
            </a:r>
            <a:r>
              <a:rPr lang="en-US" dirty="0" err="1"/>
              <a:t>eiusmod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incididunt</a:t>
            </a:r>
            <a:r>
              <a:rPr lang="en-US" dirty="0"/>
              <a:t>.</a:t>
            </a:r>
          </a:p>
        </p:txBody>
      </p:sp>
      <p:sp>
        <p:nvSpPr>
          <p:cNvPr id="24" name="Text Placeholder 24">
            <a:extLst>
              <a:ext uri="{FF2B5EF4-FFF2-40B4-BE49-F238E27FC236}">
                <a16:creationId xmlns:a16="http://schemas.microsoft.com/office/drawing/2014/main" id="{6C254C9F-B4F7-BCB1-A3CD-100FAC2287A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988954" y="2736589"/>
            <a:ext cx="2533830" cy="312176"/>
          </a:xfrm>
        </p:spPr>
        <p:txBody>
          <a:bodyPr>
            <a:noAutofit/>
          </a:bodyPr>
          <a:lstStyle>
            <a:lvl1pPr marL="0" indent="0">
              <a:buNone/>
              <a:defRPr b="1" i="0">
                <a:solidFill>
                  <a:schemeClr val="accent2"/>
                </a:solidFill>
                <a:latin typeface="Inter SemiBold" panose="02000503000000020004" pitchFamily="2" charset="0"/>
                <a:ea typeface="Inter SemiBold" panose="02000503000000020004" pitchFamily="2" charset="0"/>
              </a:defRPr>
            </a:lvl1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856435AF-B0F2-25D6-2D1E-DA249F6CF92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988953" y="3048765"/>
            <a:ext cx="2533831" cy="606644"/>
          </a:xfrm>
        </p:spPr>
        <p:txBody>
          <a:bodyPr>
            <a:no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1200"/>
            </a:lvl1pPr>
          </a:lstStyle>
          <a:p>
            <a:pPr>
              <a:spcBef>
                <a:spcPts val="1000"/>
              </a:spcBef>
            </a:pPr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sed do </a:t>
            </a:r>
            <a:r>
              <a:rPr lang="en-US" dirty="0" err="1"/>
              <a:t>eiusmod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incididunt</a:t>
            </a:r>
            <a:r>
              <a:rPr lang="en-US" dirty="0"/>
              <a:t>.</a:t>
            </a:r>
          </a:p>
        </p:txBody>
      </p:sp>
      <p:sp>
        <p:nvSpPr>
          <p:cNvPr id="29" name="Text Placeholder 24">
            <a:extLst>
              <a:ext uri="{FF2B5EF4-FFF2-40B4-BE49-F238E27FC236}">
                <a16:creationId xmlns:a16="http://schemas.microsoft.com/office/drawing/2014/main" id="{CAA20ED5-C993-E12B-C725-0C6F829C4EC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960080" y="4734675"/>
            <a:ext cx="2533830" cy="312176"/>
          </a:xfrm>
        </p:spPr>
        <p:txBody>
          <a:bodyPr>
            <a:noAutofit/>
          </a:bodyPr>
          <a:lstStyle>
            <a:lvl1pPr marL="0" indent="0">
              <a:buNone/>
              <a:defRPr b="1" i="0">
                <a:solidFill>
                  <a:schemeClr val="accent3"/>
                </a:solidFill>
                <a:latin typeface="Inter SemiBold" panose="02000503000000020004" pitchFamily="2" charset="0"/>
                <a:ea typeface="Inter SemiBold" panose="02000503000000020004" pitchFamily="2" charset="0"/>
              </a:defRPr>
            </a:lvl1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30" name="Text Placeholder 24">
            <a:extLst>
              <a:ext uri="{FF2B5EF4-FFF2-40B4-BE49-F238E27FC236}">
                <a16:creationId xmlns:a16="http://schemas.microsoft.com/office/drawing/2014/main" id="{E49D86B6-48D2-C999-6FE3-1FA49C46165B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960079" y="5046851"/>
            <a:ext cx="2533831" cy="606644"/>
          </a:xfrm>
        </p:spPr>
        <p:txBody>
          <a:bodyPr>
            <a:no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1200"/>
            </a:lvl1pPr>
          </a:lstStyle>
          <a:p>
            <a:pPr>
              <a:spcBef>
                <a:spcPts val="1000"/>
              </a:spcBef>
            </a:pPr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sed do </a:t>
            </a:r>
            <a:r>
              <a:rPr lang="en-US" dirty="0" err="1"/>
              <a:t>eiusmod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incididunt</a:t>
            </a:r>
            <a:r>
              <a:rPr lang="en-US" dirty="0"/>
              <a:t>.</a:t>
            </a:r>
          </a:p>
        </p:txBody>
      </p:sp>
      <p:sp>
        <p:nvSpPr>
          <p:cNvPr id="38" name="Text Placeholder 24">
            <a:extLst>
              <a:ext uri="{FF2B5EF4-FFF2-40B4-BE49-F238E27FC236}">
                <a16:creationId xmlns:a16="http://schemas.microsoft.com/office/drawing/2014/main" id="{8432D35A-5207-5517-8B62-F09F55FF7DF9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208481" y="769276"/>
            <a:ext cx="2533830" cy="312176"/>
          </a:xfrm>
        </p:spPr>
        <p:txBody>
          <a:bodyPr>
            <a:noAutofit/>
          </a:bodyPr>
          <a:lstStyle>
            <a:lvl1pPr marL="0" indent="0">
              <a:buNone/>
              <a:defRPr b="1" i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</a:defRPr>
            </a:lvl1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39" name="Text Placeholder 24">
            <a:extLst>
              <a:ext uri="{FF2B5EF4-FFF2-40B4-BE49-F238E27FC236}">
                <a16:creationId xmlns:a16="http://schemas.microsoft.com/office/drawing/2014/main" id="{7E926548-E618-967B-2757-DE80AC5DFE19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9208480" y="1081452"/>
            <a:ext cx="2533831" cy="606644"/>
          </a:xfrm>
        </p:spPr>
        <p:txBody>
          <a:bodyPr>
            <a:no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1200"/>
            </a:lvl1pPr>
          </a:lstStyle>
          <a:p>
            <a:pPr>
              <a:spcBef>
                <a:spcPts val="1000"/>
              </a:spcBef>
            </a:pPr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sed do </a:t>
            </a:r>
            <a:r>
              <a:rPr lang="en-US" dirty="0" err="1"/>
              <a:t>eiusmod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incididunt</a:t>
            </a:r>
            <a:r>
              <a:rPr lang="en-US" dirty="0"/>
              <a:t>.</a:t>
            </a:r>
          </a:p>
        </p:txBody>
      </p:sp>
      <p:sp>
        <p:nvSpPr>
          <p:cNvPr id="41" name="Text Placeholder 24">
            <a:extLst>
              <a:ext uri="{FF2B5EF4-FFF2-40B4-BE49-F238E27FC236}">
                <a16:creationId xmlns:a16="http://schemas.microsoft.com/office/drawing/2014/main" id="{9049CEC8-CF6D-2E4C-1A6B-66BC6879FF03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208480" y="2745835"/>
            <a:ext cx="2533830" cy="312176"/>
          </a:xfrm>
        </p:spPr>
        <p:txBody>
          <a:bodyPr>
            <a:noAutofit/>
          </a:bodyPr>
          <a:lstStyle>
            <a:lvl1pPr marL="0" indent="0">
              <a:buNone/>
              <a:defRPr b="1" i="0">
                <a:solidFill>
                  <a:schemeClr val="accent2"/>
                </a:solidFill>
                <a:latin typeface="Inter SemiBold" panose="02000503000000020004" pitchFamily="2" charset="0"/>
                <a:ea typeface="Inter SemiBold" panose="02000503000000020004" pitchFamily="2" charset="0"/>
              </a:defRPr>
            </a:lvl1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42" name="Text Placeholder 24">
            <a:extLst>
              <a:ext uri="{FF2B5EF4-FFF2-40B4-BE49-F238E27FC236}">
                <a16:creationId xmlns:a16="http://schemas.microsoft.com/office/drawing/2014/main" id="{6D74E6FE-78EB-9A04-4843-7898E6204A4E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9208479" y="3058011"/>
            <a:ext cx="2533831" cy="606644"/>
          </a:xfrm>
        </p:spPr>
        <p:txBody>
          <a:bodyPr>
            <a:no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1200"/>
            </a:lvl1pPr>
          </a:lstStyle>
          <a:p>
            <a:pPr>
              <a:spcBef>
                <a:spcPts val="1000"/>
              </a:spcBef>
            </a:pPr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sed do </a:t>
            </a:r>
            <a:r>
              <a:rPr lang="en-US" dirty="0" err="1"/>
              <a:t>eiusmod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incididunt</a:t>
            </a:r>
            <a:r>
              <a:rPr lang="en-US" dirty="0"/>
              <a:t>.</a:t>
            </a:r>
          </a:p>
        </p:txBody>
      </p:sp>
      <p:sp>
        <p:nvSpPr>
          <p:cNvPr id="44" name="Text Placeholder 24">
            <a:extLst>
              <a:ext uri="{FF2B5EF4-FFF2-40B4-BE49-F238E27FC236}">
                <a16:creationId xmlns:a16="http://schemas.microsoft.com/office/drawing/2014/main" id="{83204BF7-2D57-A4E3-238F-38B7DA49D509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9208480" y="4734675"/>
            <a:ext cx="2533830" cy="312176"/>
          </a:xfrm>
        </p:spPr>
        <p:txBody>
          <a:bodyPr>
            <a:noAutofit/>
          </a:bodyPr>
          <a:lstStyle>
            <a:lvl1pPr marL="0" indent="0">
              <a:buNone/>
              <a:defRPr b="1" i="0">
                <a:solidFill>
                  <a:schemeClr val="accent3"/>
                </a:solidFill>
                <a:latin typeface="Inter SemiBold" panose="02000503000000020004" pitchFamily="2" charset="0"/>
                <a:ea typeface="Inter SemiBold" panose="02000503000000020004" pitchFamily="2" charset="0"/>
              </a:defRPr>
            </a:lvl1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45" name="Text Placeholder 24">
            <a:extLst>
              <a:ext uri="{FF2B5EF4-FFF2-40B4-BE49-F238E27FC236}">
                <a16:creationId xmlns:a16="http://schemas.microsoft.com/office/drawing/2014/main" id="{6A4C301D-28CA-8069-8CAF-248ADC83BB27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9208479" y="5046851"/>
            <a:ext cx="2533831" cy="606644"/>
          </a:xfrm>
        </p:spPr>
        <p:txBody>
          <a:bodyPr>
            <a:no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1200"/>
            </a:lvl1pPr>
          </a:lstStyle>
          <a:p>
            <a:pPr>
              <a:spcBef>
                <a:spcPts val="1000"/>
              </a:spcBef>
            </a:pPr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sed do </a:t>
            </a:r>
            <a:r>
              <a:rPr lang="en-US" dirty="0" err="1"/>
              <a:t>eiusmod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incididunt</a:t>
            </a:r>
            <a:r>
              <a:rPr lang="en-US" dirty="0"/>
              <a:t>.</a:t>
            </a:r>
          </a:p>
        </p:txBody>
      </p:sp>
      <p:pic>
        <p:nvPicPr>
          <p:cNvPr id="9" name="Picture 8" descr="A black background with green lines&#10;&#10;Description automatically generated">
            <a:extLst>
              <a:ext uri="{FF2B5EF4-FFF2-40B4-BE49-F238E27FC236}">
                <a16:creationId xmlns:a16="http://schemas.microsoft.com/office/drawing/2014/main" id="{DF7D1E1D-A0AB-B3C2-F342-BF4BB539D78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19840"/>
            <a:ext cx="6096000" cy="587891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42B38840-7A94-7206-D1BC-A85087AFF88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389133" y="6101755"/>
            <a:ext cx="961259" cy="534032"/>
          </a:xfrm>
          <a:prstGeom prst="rect">
            <a:avLst/>
          </a:prstGeom>
        </p:spPr>
      </p:pic>
      <p:pic>
        <p:nvPicPr>
          <p:cNvPr id="21" name="Picture 20" descr="A black background with green lines&#10;&#10;Description automatically generated">
            <a:extLst>
              <a:ext uri="{FF2B5EF4-FFF2-40B4-BE49-F238E27FC236}">
                <a16:creationId xmlns:a16="http://schemas.microsoft.com/office/drawing/2014/main" id="{3B048BF8-4C94-4C13-8044-21E9DB39327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8342" t="84856"/>
          <a:stretch/>
        </p:blipFill>
        <p:spPr>
          <a:xfrm>
            <a:off x="2246243" y="5829375"/>
            <a:ext cx="9955696" cy="10385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321243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Agenda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Placeholder 24">
            <a:extLst>
              <a:ext uri="{FF2B5EF4-FFF2-40B4-BE49-F238E27FC236}">
                <a16:creationId xmlns:a16="http://schemas.microsoft.com/office/drawing/2014/main" id="{0058478C-391D-7C7E-2C6A-2ABA668A054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8955" y="769275"/>
            <a:ext cx="2533830" cy="918819"/>
          </a:xfrm>
        </p:spPr>
        <p:txBody>
          <a:bodyPr anchor="ctr">
            <a:noAutofit/>
          </a:bodyPr>
          <a:lstStyle>
            <a:lvl1pPr marL="0" indent="0">
              <a:buNone/>
              <a:defRPr b="1" i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</a:defRPr>
            </a:lvl1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24" name="Text Placeholder 24">
            <a:extLst>
              <a:ext uri="{FF2B5EF4-FFF2-40B4-BE49-F238E27FC236}">
                <a16:creationId xmlns:a16="http://schemas.microsoft.com/office/drawing/2014/main" id="{6C254C9F-B4F7-BCB1-A3CD-100FAC2287A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988954" y="2734334"/>
            <a:ext cx="2533830" cy="918820"/>
          </a:xfrm>
        </p:spPr>
        <p:txBody>
          <a:bodyPr anchor="ctr">
            <a:noAutofit/>
          </a:bodyPr>
          <a:lstStyle>
            <a:lvl1pPr marL="0" indent="0">
              <a:buNone/>
              <a:defRPr b="1" i="0">
                <a:solidFill>
                  <a:schemeClr val="accent2"/>
                </a:solidFill>
                <a:latin typeface="Inter SemiBold" panose="02000503000000020004" pitchFamily="2" charset="0"/>
                <a:ea typeface="Inter SemiBold" panose="02000503000000020004" pitchFamily="2" charset="0"/>
              </a:defRPr>
            </a:lvl1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29" name="Text Placeholder 24">
            <a:extLst>
              <a:ext uri="{FF2B5EF4-FFF2-40B4-BE49-F238E27FC236}">
                <a16:creationId xmlns:a16="http://schemas.microsoft.com/office/drawing/2014/main" id="{CAA20ED5-C993-E12B-C725-0C6F829C4EC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960080" y="4708725"/>
            <a:ext cx="2533830" cy="918820"/>
          </a:xfrm>
        </p:spPr>
        <p:txBody>
          <a:bodyPr anchor="ctr">
            <a:noAutofit/>
          </a:bodyPr>
          <a:lstStyle>
            <a:lvl1pPr marL="0" indent="0">
              <a:buNone/>
              <a:defRPr b="1" i="0">
                <a:solidFill>
                  <a:schemeClr val="accent3"/>
                </a:solidFill>
                <a:latin typeface="Inter SemiBold" panose="02000503000000020004" pitchFamily="2" charset="0"/>
                <a:ea typeface="Inter SemiBold" panose="02000503000000020004" pitchFamily="2" charset="0"/>
              </a:defRPr>
            </a:lvl1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38" name="Text Placeholder 24">
            <a:extLst>
              <a:ext uri="{FF2B5EF4-FFF2-40B4-BE49-F238E27FC236}">
                <a16:creationId xmlns:a16="http://schemas.microsoft.com/office/drawing/2014/main" id="{8432D35A-5207-5517-8B62-F09F55FF7DF9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208480" y="759521"/>
            <a:ext cx="2533830" cy="928575"/>
          </a:xfrm>
        </p:spPr>
        <p:txBody>
          <a:bodyPr anchor="ctr">
            <a:noAutofit/>
          </a:bodyPr>
          <a:lstStyle>
            <a:lvl1pPr marL="0" indent="0">
              <a:buNone/>
              <a:defRPr b="1" i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</a:defRPr>
            </a:lvl1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41" name="Text Placeholder 24">
            <a:extLst>
              <a:ext uri="{FF2B5EF4-FFF2-40B4-BE49-F238E27FC236}">
                <a16:creationId xmlns:a16="http://schemas.microsoft.com/office/drawing/2014/main" id="{9049CEC8-CF6D-2E4C-1A6B-66BC6879FF03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204322" y="2734335"/>
            <a:ext cx="2533830" cy="877624"/>
          </a:xfrm>
        </p:spPr>
        <p:txBody>
          <a:bodyPr anchor="ctr">
            <a:noAutofit/>
          </a:bodyPr>
          <a:lstStyle>
            <a:lvl1pPr marL="0" indent="0">
              <a:buNone/>
              <a:defRPr b="1" i="0">
                <a:solidFill>
                  <a:schemeClr val="accent2"/>
                </a:solidFill>
                <a:latin typeface="Inter SemiBold" panose="02000503000000020004" pitchFamily="2" charset="0"/>
                <a:ea typeface="Inter SemiBold" panose="02000503000000020004" pitchFamily="2" charset="0"/>
              </a:defRPr>
            </a:lvl1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44" name="Text Placeholder 24">
            <a:extLst>
              <a:ext uri="{FF2B5EF4-FFF2-40B4-BE49-F238E27FC236}">
                <a16:creationId xmlns:a16="http://schemas.microsoft.com/office/drawing/2014/main" id="{83204BF7-2D57-A4E3-238F-38B7DA49D509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9208480" y="4708725"/>
            <a:ext cx="2533830" cy="918820"/>
          </a:xfrm>
        </p:spPr>
        <p:txBody>
          <a:bodyPr anchor="ctr">
            <a:noAutofit/>
          </a:bodyPr>
          <a:lstStyle>
            <a:lvl1pPr marL="0" indent="0">
              <a:buNone/>
              <a:defRPr b="1" i="0">
                <a:solidFill>
                  <a:schemeClr val="accent3"/>
                </a:solidFill>
                <a:latin typeface="Inter SemiBold" panose="02000503000000020004" pitchFamily="2" charset="0"/>
                <a:ea typeface="Inter SemiBold" panose="02000503000000020004" pitchFamily="2" charset="0"/>
              </a:defRPr>
            </a:lvl1pPr>
          </a:lstStyle>
          <a:p>
            <a:pPr lvl="0"/>
            <a:r>
              <a:rPr lang="en-US" dirty="0"/>
              <a:t>Subtitle</a:t>
            </a:r>
          </a:p>
        </p:txBody>
      </p:sp>
      <p:pic>
        <p:nvPicPr>
          <p:cNvPr id="9" name="Picture 8" descr="A black background with green lines&#10;&#10;Description automatically generated">
            <a:extLst>
              <a:ext uri="{FF2B5EF4-FFF2-40B4-BE49-F238E27FC236}">
                <a16:creationId xmlns:a16="http://schemas.microsoft.com/office/drawing/2014/main" id="{DF7D1E1D-A0AB-B3C2-F342-BF4BB539D78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19840"/>
            <a:ext cx="6096000" cy="587891"/>
          </a:xfrm>
          <a:prstGeom prst="rect">
            <a:avLst/>
          </a:prstGeom>
        </p:spPr>
      </p:pic>
      <p:pic>
        <p:nvPicPr>
          <p:cNvPr id="21" name="Picture 20" descr="A black background with green lines&#10;&#10;Description automatically generated">
            <a:extLst>
              <a:ext uri="{FF2B5EF4-FFF2-40B4-BE49-F238E27FC236}">
                <a16:creationId xmlns:a16="http://schemas.microsoft.com/office/drawing/2014/main" id="{3B048BF8-4C94-4C13-8044-21E9DB39327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8342" t="84856"/>
          <a:stretch/>
        </p:blipFill>
        <p:spPr>
          <a:xfrm>
            <a:off x="2246243" y="5829375"/>
            <a:ext cx="9955696" cy="1038563"/>
          </a:xfrm>
          <a:prstGeom prst="rect">
            <a:avLst/>
          </a:prstGeom>
        </p:spPr>
      </p:pic>
      <p:pic>
        <p:nvPicPr>
          <p:cNvPr id="2" name="Graphic 1">
            <a:extLst>
              <a:ext uri="{FF2B5EF4-FFF2-40B4-BE49-F238E27FC236}">
                <a16:creationId xmlns:a16="http://schemas.microsoft.com/office/drawing/2014/main" id="{81939B3B-09E2-4B85-5315-8626D5458432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389133" y="6101755"/>
            <a:ext cx="961259" cy="5340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939390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D300C71-73F6-E27E-A89C-C30F052C6E6E}"/>
              </a:ext>
            </a:extLst>
          </p:cNvPr>
          <p:cNvSpPr/>
          <p:nvPr userDrawn="1"/>
        </p:nvSpPr>
        <p:spPr>
          <a:xfrm>
            <a:off x="0" y="0"/>
            <a:ext cx="2847109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12CEF313-4E82-4E05-E919-45A6ADE24A62}"/>
              </a:ext>
            </a:extLst>
          </p:cNvPr>
          <p:cNvSpPr>
            <a:spLocks noGrp="1"/>
          </p:cNvSpPr>
          <p:nvPr>
            <p:ph type="tbl" sz="quarter" idx="10"/>
          </p:nvPr>
        </p:nvSpPr>
        <p:spPr>
          <a:xfrm>
            <a:off x="3633234" y="759522"/>
            <a:ext cx="7774996" cy="5338230"/>
          </a:xfrm>
        </p:spPr>
        <p:txBody>
          <a:bodyPr>
            <a:noAutofit/>
          </a:bodyPr>
          <a:lstStyle>
            <a:lvl1pPr>
              <a:buClr>
                <a:schemeClr val="bg2"/>
              </a:buClr>
              <a:defRPr/>
            </a:lvl1pPr>
          </a:lstStyle>
          <a:p>
            <a:r>
              <a:rPr lang="en-US" dirty="0"/>
              <a:t>Click icon to add table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FF429545-9952-A80B-8C58-D61954A0FD7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389133" y="6097752"/>
            <a:ext cx="961259" cy="534032"/>
          </a:xfrm>
          <a:prstGeom prst="rect">
            <a:avLst/>
          </a:prstGeom>
        </p:spPr>
      </p:pic>
      <p:pic>
        <p:nvPicPr>
          <p:cNvPr id="4" name="Picture 3" descr="A green and black background&#10;&#10;Description automatically generated with medium confidence">
            <a:extLst>
              <a:ext uri="{FF2B5EF4-FFF2-40B4-BE49-F238E27FC236}">
                <a16:creationId xmlns:a16="http://schemas.microsoft.com/office/drawing/2014/main" id="{CC815499-EBF4-4487-3194-C4879D96161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1"/>
            <a:ext cx="5610112" cy="14770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534162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08485D64-40C9-27C1-86DF-DD3B4FC96C00}"/>
              </a:ext>
            </a:extLst>
          </p:cNvPr>
          <p:cNvSpPr>
            <a:spLocks noGrp="1"/>
          </p:cNvSpPr>
          <p:nvPr>
            <p:ph sz="half" idx="10" hasCustomPrompt="1"/>
          </p:nvPr>
        </p:nvSpPr>
        <p:spPr>
          <a:xfrm>
            <a:off x="3633233" y="759521"/>
            <a:ext cx="8108193" cy="4537308"/>
          </a:xfrm>
        </p:spPr>
        <p:txBody>
          <a:bodyPr anchor="t">
            <a:noAutofit/>
          </a:bodyPr>
          <a:lstStyle>
            <a:lvl1pPr marL="457200" indent="-457200">
              <a:lnSpc>
                <a:spcPct val="100000"/>
              </a:lnSpc>
              <a:buClr>
                <a:schemeClr val="accent1"/>
              </a:buClr>
              <a:buFont typeface="Arial" panose="020B0604020202020204" pitchFamily="34" charset="0"/>
              <a:buChar char="•"/>
              <a:defRPr sz="2400" b="0" i="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</a:defRPr>
            </a:lvl1pPr>
            <a:lvl2pPr>
              <a:lnSpc>
                <a:spcPct val="100000"/>
              </a:lnSpc>
              <a:defRPr sz="1600"/>
            </a:lvl2pPr>
            <a:lvl3pPr>
              <a:lnSpc>
                <a:spcPct val="100000"/>
              </a:lnSpc>
              <a:defRPr sz="1400"/>
            </a:lvl3pPr>
            <a:lvl4pPr>
              <a:lnSpc>
                <a:spcPct val="100000"/>
              </a:lnSpc>
              <a:defRPr sz="1200"/>
            </a:lvl4pPr>
            <a:lvl5pPr>
              <a:lnSpc>
                <a:spcPct val="100000"/>
              </a:lnSpc>
              <a:defRPr sz="1200"/>
            </a:lvl5pPr>
          </a:lstStyle>
          <a:p>
            <a:pPr lvl="0"/>
            <a:r>
              <a:rPr lang="en-US" dirty="0"/>
              <a:t>Click to enter text</a:t>
            </a:r>
          </a:p>
        </p:txBody>
      </p:sp>
      <p:pic>
        <p:nvPicPr>
          <p:cNvPr id="19" name="Picture 18" descr="A black background with green lines&#10;&#10;Description automatically generated">
            <a:extLst>
              <a:ext uri="{FF2B5EF4-FFF2-40B4-BE49-F238E27FC236}">
                <a16:creationId xmlns:a16="http://schemas.microsoft.com/office/drawing/2014/main" id="{0B9A3DA7-829B-DEA1-21F1-97B56CCF9C8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19840"/>
            <a:ext cx="6096000" cy="587891"/>
          </a:xfrm>
          <a:prstGeom prst="rect">
            <a:avLst/>
          </a:prstGeom>
        </p:spPr>
      </p:pic>
      <p:pic>
        <p:nvPicPr>
          <p:cNvPr id="7" name="Picture 6" descr="A black background with green lines&#10;&#10;Description automatically generated">
            <a:extLst>
              <a:ext uri="{FF2B5EF4-FFF2-40B4-BE49-F238E27FC236}">
                <a16:creationId xmlns:a16="http://schemas.microsoft.com/office/drawing/2014/main" id="{8F4C0CC8-EB18-86FF-6BE9-11ECCB4FF61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8342" t="84856"/>
          <a:stretch/>
        </p:blipFill>
        <p:spPr>
          <a:xfrm>
            <a:off x="2246243" y="5829375"/>
            <a:ext cx="9955696" cy="1038563"/>
          </a:xfrm>
          <a:prstGeom prst="rect">
            <a:avLst/>
          </a:prstGeom>
        </p:spPr>
      </p:pic>
      <p:pic>
        <p:nvPicPr>
          <p:cNvPr id="2" name="Graphic 1">
            <a:extLst>
              <a:ext uri="{FF2B5EF4-FFF2-40B4-BE49-F238E27FC236}">
                <a16:creationId xmlns:a16="http://schemas.microsoft.com/office/drawing/2014/main" id="{B043F06F-FF47-77D0-FD57-5A38BE173A04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389133" y="6101755"/>
            <a:ext cx="961259" cy="5340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113750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 and Content w/ Contrai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FA2791E-F6D3-B661-BD3F-3DCD8E5B116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49689" y="1836431"/>
            <a:ext cx="11291736" cy="4196231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4F6E8D7C-BCD2-BF09-E007-0B3E40E78D8B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8998226" y="6370592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6"/>
                </a:solidFill>
              </a:defRPr>
            </a:lvl1pPr>
          </a:lstStyle>
          <a:p>
            <a:fld id="{93BFCDF7-B76A-EE4A-9647-B0AB61850522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A940A5A4-F7F8-6AE6-7462-D71B5D3F8D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690" y="479915"/>
            <a:ext cx="11291736" cy="577716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92F47D7E-344A-96C0-38DE-837E5CE2267F}"/>
              </a:ext>
            </a:extLst>
          </p:cNvPr>
          <p:cNvSpPr>
            <a:spLocks noGrp="1"/>
          </p:cNvSpPr>
          <p:nvPr>
            <p:ph type="subTitle" idx="14"/>
          </p:nvPr>
        </p:nvSpPr>
        <p:spPr>
          <a:xfrm>
            <a:off x="449690" y="1057632"/>
            <a:ext cx="11291736" cy="429208"/>
          </a:xfrm>
        </p:spPr>
        <p:txBody>
          <a:bodyPr anchor="t">
            <a:noAutofit/>
          </a:bodyPr>
          <a:lstStyle>
            <a:lvl1pPr marL="0" indent="0" algn="l">
              <a:buNone/>
              <a:defRPr sz="2400" b="0" i="0">
                <a:solidFill>
                  <a:schemeClr val="accent1"/>
                </a:solidFill>
                <a:latin typeface="Inter Light" panose="02000503000000020004" pitchFamily="2" charset="0"/>
                <a:ea typeface="Inter Light" panose="0200050300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pic>
        <p:nvPicPr>
          <p:cNvPr id="15" name="Picture 14" descr="A black background with a green line&#10;&#10;Description automatically generated">
            <a:extLst>
              <a:ext uri="{FF2B5EF4-FFF2-40B4-BE49-F238E27FC236}">
                <a16:creationId xmlns:a16="http://schemas.microsoft.com/office/drawing/2014/main" id="{98AAB693-A520-4D1A-8A2F-E96431EBC9B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flipH="1">
            <a:off x="2191656" y="1"/>
            <a:ext cx="10000343" cy="758536"/>
          </a:xfrm>
          <a:prstGeom prst="rect">
            <a:avLst/>
          </a:prstGeom>
        </p:spPr>
      </p:pic>
      <p:sp>
        <p:nvSpPr>
          <p:cNvPr id="2" name="Text Placeholder 7">
            <a:extLst>
              <a:ext uri="{FF2B5EF4-FFF2-40B4-BE49-F238E27FC236}">
                <a16:creationId xmlns:a16="http://schemas.microsoft.com/office/drawing/2014/main" id="{1908FA4E-4464-0E46-CCCA-B32AA9B8FE7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529665" y="6461872"/>
            <a:ext cx="7123447" cy="196543"/>
          </a:xfrm>
        </p:spPr>
        <p:txBody>
          <a:bodyPr>
            <a:noAutofit/>
          </a:bodyPr>
          <a:lstStyle>
            <a:lvl1pPr marL="0" indent="0">
              <a:buNone/>
              <a:defRPr sz="1100">
                <a:solidFill>
                  <a:schemeClr val="accent6"/>
                </a:solidFill>
              </a:defRPr>
            </a:lvl1pPr>
            <a:lvl2pPr>
              <a:defRPr sz="1400">
                <a:solidFill>
                  <a:schemeClr val="accent6"/>
                </a:solidFill>
              </a:defRPr>
            </a:lvl2pPr>
            <a:lvl3pPr>
              <a:defRPr sz="1400">
                <a:solidFill>
                  <a:schemeClr val="accent6"/>
                </a:solidFill>
              </a:defRPr>
            </a:lvl3pPr>
            <a:lvl4pPr>
              <a:defRPr sz="1400">
                <a:solidFill>
                  <a:schemeClr val="accent6"/>
                </a:solidFill>
              </a:defRPr>
            </a:lvl4pPr>
            <a:lvl5pPr>
              <a:defRPr sz="14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Footnotes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19DBBE2E-0998-460C-49E7-9B5206761C7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389134" y="6289908"/>
            <a:ext cx="802456" cy="445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854675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Title, Subtitle and Content w/ Contrail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FA2791E-F6D3-B661-BD3F-3DCD8E5B116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49689" y="1836431"/>
            <a:ext cx="11291736" cy="4196231"/>
          </a:xfrm>
        </p:spPr>
        <p:txBody>
          <a:bodyPr vert="horz" lIns="91440" tIns="45720" rIns="91440" bIns="45720" rtlCol="0">
            <a:normAutofit/>
          </a:bodyPr>
          <a:lstStyle>
            <a:lvl1pPr>
              <a:buClr>
                <a:schemeClr val="accent4"/>
              </a:buClr>
              <a:defRPr lang="en-US" dirty="0"/>
            </a:lvl1pPr>
            <a:lvl2pPr>
              <a:buClr>
                <a:schemeClr val="accent4"/>
              </a:buClr>
              <a:defRPr lang="en-US" dirty="0"/>
            </a:lvl2pPr>
            <a:lvl3pPr>
              <a:buClr>
                <a:schemeClr val="accent4"/>
              </a:buClr>
              <a:defRPr lang="en-US" dirty="0"/>
            </a:lvl3pPr>
            <a:lvl4pPr>
              <a:buClr>
                <a:schemeClr val="accent4"/>
              </a:buClr>
              <a:defRPr lang="en-US" dirty="0"/>
            </a:lvl4pPr>
            <a:lvl5pPr>
              <a:buClr>
                <a:schemeClr val="accent4"/>
              </a:buCl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4F6E8D7C-BCD2-BF09-E007-0B3E40E78D8B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8998226" y="6370592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6"/>
                </a:solidFill>
              </a:defRPr>
            </a:lvl1pPr>
          </a:lstStyle>
          <a:p>
            <a:fld id="{93BFCDF7-B76A-EE4A-9647-B0AB61850522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A940A5A4-F7F8-6AE6-7462-D71B5D3F8D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690" y="479915"/>
            <a:ext cx="11291736" cy="577716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92F47D7E-344A-96C0-38DE-837E5CE2267F}"/>
              </a:ext>
            </a:extLst>
          </p:cNvPr>
          <p:cNvSpPr>
            <a:spLocks noGrp="1"/>
          </p:cNvSpPr>
          <p:nvPr>
            <p:ph type="subTitle" idx="14"/>
          </p:nvPr>
        </p:nvSpPr>
        <p:spPr>
          <a:xfrm>
            <a:off x="449690" y="1057632"/>
            <a:ext cx="11291736" cy="429208"/>
          </a:xfrm>
        </p:spPr>
        <p:txBody>
          <a:bodyPr anchor="t">
            <a:noAutofit/>
          </a:bodyPr>
          <a:lstStyle>
            <a:lvl1pPr marL="0" indent="0" algn="l">
              <a:buNone/>
              <a:defRPr sz="2400" b="0" i="0">
                <a:solidFill>
                  <a:schemeClr val="accent4"/>
                </a:solidFill>
                <a:latin typeface="Inter Light" panose="02000503000000020004" pitchFamily="2" charset="0"/>
                <a:ea typeface="Inter Light" panose="0200050300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pic>
        <p:nvPicPr>
          <p:cNvPr id="15" name="Picture 14" descr="A black background with a green line&#10;&#10;Description automatically generated">
            <a:extLst>
              <a:ext uri="{FF2B5EF4-FFF2-40B4-BE49-F238E27FC236}">
                <a16:creationId xmlns:a16="http://schemas.microsoft.com/office/drawing/2014/main" id="{98AAB693-A520-4D1A-8A2F-E96431EBC9B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flipH="1">
            <a:off x="2191656" y="1"/>
            <a:ext cx="10000343" cy="758536"/>
          </a:xfrm>
          <a:prstGeom prst="rect">
            <a:avLst/>
          </a:prstGeom>
        </p:spPr>
      </p:pic>
      <p:sp>
        <p:nvSpPr>
          <p:cNvPr id="2" name="Text Placeholder 7">
            <a:extLst>
              <a:ext uri="{FF2B5EF4-FFF2-40B4-BE49-F238E27FC236}">
                <a16:creationId xmlns:a16="http://schemas.microsoft.com/office/drawing/2014/main" id="{1908FA4E-4464-0E46-CCCA-B32AA9B8FE7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529665" y="6461872"/>
            <a:ext cx="7123447" cy="196543"/>
          </a:xfrm>
        </p:spPr>
        <p:txBody>
          <a:bodyPr>
            <a:noAutofit/>
          </a:bodyPr>
          <a:lstStyle>
            <a:lvl1pPr marL="0" indent="0">
              <a:buNone/>
              <a:defRPr sz="1100">
                <a:solidFill>
                  <a:schemeClr val="accent6"/>
                </a:solidFill>
              </a:defRPr>
            </a:lvl1pPr>
            <a:lvl2pPr>
              <a:defRPr sz="1400">
                <a:solidFill>
                  <a:schemeClr val="accent6"/>
                </a:solidFill>
              </a:defRPr>
            </a:lvl2pPr>
            <a:lvl3pPr>
              <a:defRPr sz="1400">
                <a:solidFill>
                  <a:schemeClr val="accent6"/>
                </a:solidFill>
              </a:defRPr>
            </a:lvl3pPr>
            <a:lvl4pPr>
              <a:defRPr sz="1400">
                <a:solidFill>
                  <a:schemeClr val="accent6"/>
                </a:solidFill>
              </a:defRPr>
            </a:lvl4pPr>
            <a:lvl5pPr>
              <a:defRPr sz="14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Footnotes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8CE353FC-885A-FC28-034A-8B470B17737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389134" y="6289636"/>
            <a:ext cx="795418" cy="4418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091008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w/ Contrai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FA2791E-F6D3-B661-BD3F-3DCD8E5B116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49689" y="1407221"/>
            <a:ext cx="11291736" cy="4625441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4F6E8D7C-BCD2-BF09-E007-0B3E40E78D8B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8998226" y="6370592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6"/>
                </a:solidFill>
              </a:defRPr>
            </a:lvl1pPr>
          </a:lstStyle>
          <a:p>
            <a:fld id="{93BFCDF7-B76A-EE4A-9647-B0AB61850522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A940A5A4-F7F8-6AE6-7462-D71B5D3F8D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690" y="479915"/>
            <a:ext cx="11291736" cy="577716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pic>
        <p:nvPicPr>
          <p:cNvPr id="15" name="Picture 14" descr="A black background with a green line&#10;&#10;Description automatically generated">
            <a:extLst>
              <a:ext uri="{FF2B5EF4-FFF2-40B4-BE49-F238E27FC236}">
                <a16:creationId xmlns:a16="http://schemas.microsoft.com/office/drawing/2014/main" id="{98AAB693-A520-4D1A-8A2F-E96431EBC9B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flipH="1">
            <a:off x="2191656" y="1"/>
            <a:ext cx="10000343" cy="758536"/>
          </a:xfrm>
          <a:prstGeom prst="rect">
            <a:avLst/>
          </a:prstGeom>
        </p:spPr>
      </p:pic>
      <p:sp>
        <p:nvSpPr>
          <p:cNvPr id="2" name="Text Placeholder 7">
            <a:extLst>
              <a:ext uri="{FF2B5EF4-FFF2-40B4-BE49-F238E27FC236}">
                <a16:creationId xmlns:a16="http://schemas.microsoft.com/office/drawing/2014/main" id="{1908FA4E-4464-0E46-CCCA-B32AA9B8FE7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529665" y="6461872"/>
            <a:ext cx="7123447" cy="196543"/>
          </a:xfrm>
        </p:spPr>
        <p:txBody>
          <a:bodyPr>
            <a:noAutofit/>
          </a:bodyPr>
          <a:lstStyle>
            <a:lvl1pPr marL="0" indent="0">
              <a:buNone/>
              <a:defRPr sz="1100">
                <a:solidFill>
                  <a:schemeClr val="accent6"/>
                </a:solidFill>
              </a:defRPr>
            </a:lvl1pPr>
            <a:lvl2pPr>
              <a:defRPr sz="1400">
                <a:solidFill>
                  <a:schemeClr val="accent6"/>
                </a:solidFill>
              </a:defRPr>
            </a:lvl2pPr>
            <a:lvl3pPr>
              <a:defRPr sz="1400">
                <a:solidFill>
                  <a:schemeClr val="accent6"/>
                </a:solidFill>
              </a:defRPr>
            </a:lvl3pPr>
            <a:lvl4pPr>
              <a:defRPr sz="1400">
                <a:solidFill>
                  <a:schemeClr val="accent6"/>
                </a:solidFill>
              </a:defRPr>
            </a:lvl4pPr>
            <a:lvl5pPr>
              <a:defRPr sz="14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Footnotes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59A7177F-EBD1-3FF1-CF25-25AAAD5CE03E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389134" y="6289908"/>
            <a:ext cx="802456" cy="445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254457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 and Content on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FA2791E-F6D3-B661-BD3F-3DCD8E5B116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49689" y="1836431"/>
            <a:ext cx="11291736" cy="4196231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4F6E8D7C-BCD2-BF09-E007-0B3E40E78D8B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8998226" y="6370592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6"/>
                </a:solidFill>
              </a:defRPr>
            </a:lvl1pPr>
          </a:lstStyle>
          <a:p>
            <a:fld id="{93BFCDF7-B76A-EE4A-9647-B0AB61850522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A940A5A4-F7F8-6AE6-7462-D71B5D3F8D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690" y="479915"/>
            <a:ext cx="11291736" cy="577716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92F47D7E-344A-96C0-38DE-837E5CE2267F}"/>
              </a:ext>
            </a:extLst>
          </p:cNvPr>
          <p:cNvSpPr>
            <a:spLocks noGrp="1"/>
          </p:cNvSpPr>
          <p:nvPr>
            <p:ph type="subTitle" idx="14"/>
          </p:nvPr>
        </p:nvSpPr>
        <p:spPr>
          <a:xfrm>
            <a:off x="449690" y="1057632"/>
            <a:ext cx="11291736" cy="429208"/>
          </a:xfrm>
        </p:spPr>
        <p:txBody>
          <a:bodyPr anchor="t">
            <a:noAutofit/>
          </a:bodyPr>
          <a:lstStyle>
            <a:lvl1pPr marL="0" indent="0" algn="l">
              <a:buNone/>
              <a:defRPr sz="2400" b="0" i="0">
                <a:solidFill>
                  <a:schemeClr val="accent1"/>
                </a:solidFill>
                <a:latin typeface="Inter Light" panose="02000503000000020004" pitchFamily="2" charset="0"/>
                <a:ea typeface="Inter Light" panose="0200050300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2" name="Text Placeholder 7">
            <a:extLst>
              <a:ext uri="{FF2B5EF4-FFF2-40B4-BE49-F238E27FC236}">
                <a16:creationId xmlns:a16="http://schemas.microsoft.com/office/drawing/2014/main" id="{1908FA4E-4464-0E46-CCCA-B32AA9B8FE7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529665" y="6461872"/>
            <a:ext cx="7123447" cy="196543"/>
          </a:xfrm>
        </p:spPr>
        <p:txBody>
          <a:bodyPr>
            <a:noAutofit/>
          </a:bodyPr>
          <a:lstStyle>
            <a:lvl1pPr marL="0" indent="0">
              <a:buNone/>
              <a:defRPr sz="1100">
                <a:solidFill>
                  <a:schemeClr val="accent6"/>
                </a:solidFill>
              </a:defRPr>
            </a:lvl1pPr>
            <a:lvl2pPr>
              <a:defRPr sz="1400">
                <a:solidFill>
                  <a:schemeClr val="accent6"/>
                </a:solidFill>
              </a:defRPr>
            </a:lvl2pPr>
            <a:lvl3pPr>
              <a:defRPr sz="1400">
                <a:solidFill>
                  <a:schemeClr val="accent6"/>
                </a:solidFill>
              </a:defRPr>
            </a:lvl3pPr>
            <a:lvl4pPr>
              <a:defRPr sz="1400">
                <a:solidFill>
                  <a:schemeClr val="accent6"/>
                </a:solidFill>
              </a:defRPr>
            </a:lvl4pPr>
            <a:lvl5pPr>
              <a:defRPr sz="14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Footnotes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F41E6EAE-B346-57DA-21D4-F8B722AD8D8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389134" y="6289908"/>
            <a:ext cx="802456" cy="445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131134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 and 2 Content w/ Contrai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FA2791E-F6D3-B661-BD3F-3DCD8E5B116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49689" y="1836430"/>
            <a:ext cx="5315225" cy="4196231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/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BFA99523-1D08-BFBD-57F6-289CF88497FC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427089" y="1836430"/>
            <a:ext cx="5314338" cy="4196231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6" name="Picture 5" descr="A green and black rectangle&#10;&#10;Description automatically generated">
            <a:extLst>
              <a:ext uri="{FF2B5EF4-FFF2-40B4-BE49-F238E27FC236}">
                <a16:creationId xmlns:a16="http://schemas.microsoft.com/office/drawing/2014/main" id="{861C90BE-518E-0670-C419-07FB292B244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flipH="1">
            <a:off x="1529664" y="1"/>
            <a:ext cx="10662335" cy="365126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37796A00-1FEA-D008-F2F8-EABE69AE9C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690" y="479915"/>
            <a:ext cx="11291736" cy="577716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9A34EB7B-3727-E8E9-13D8-1DF95DF5DFA9}"/>
              </a:ext>
            </a:extLst>
          </p:cNvPr>
          <p:cNvSpPr>
            <a:spLocks noGrp="1"/>
          </p:cNvSpPr>
          <p:nvPr>
            <p:ph type="subTitle" idx="14"/>
          </p:nvPr>
        </p:nvSpPr>
        <p:spPr>
          <a:xfrm>
            <a:off x="449690" y="1057632"/>
            <a:ext cx="11291736" cy="429208"/>
          </a:xfrm>
        </p:spPr>
        <p:txBody>
          <a:bodyPr anchor="t">
            <a:noAutofit/>
          </a:bodyPr>
          <a:lstStyle>
            <a:lvl1pPr marL="0" indent="0" algn="l">
              <a:buNone/>
              <a:defRPr sz="2400" b="0" i="0">
                <a:solidFill>
                  <a:schemeClr val="accent1"/>
                </a:solidFill>
                <a:latin typeface="Inter Light" panose="02000503000000020004" pitchFamily="2" charset="0"/>
                <a:ea typeface="Inter Light" panose="0200050300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1" name="Slide Number Placeholder 13">
            <a:extLst>
              <a:ext uri="{FF2B5EF4-FFF2-40B4-BE49-F238E27FC236}">
                <a16:creationId xmlns:a16="http://schemas.microsoft.com/office/drawing/2014/main" id="{9D7EF99A-B069-A312-85ED-251326BBD94C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8998226" y="6370592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6"/>
                </a:solidFill>
              </a:defRPr>
            </a:lvl1pPr>
          </a:lstStyle>
          <a:p>
            <a:fld id="{93BFCDF7-B76A-EE4A-9647-B0AB61850522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5EFED929-2619-23F4-D192-AB426C52C805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529665" y="6461872"/>
            <a:ext cx="7123447" cy="196543"/>
          </a:xfrm>
        </p:spPr>
        <p:txBody>
          <a:bodyPr>
            <a:noAutofit/>
          </a:bodyPr>
          <a:lstStyle>
            <a:lvl1pPr marL="0" indent="0">
              <a:buNone/>
              <a:defRPr sz="1100">
                <a:solidFill>
                  <a:schemeClr val="accent6"/>
                </a:solidFill>
              </a:defRPr>
            </a:lvl1pPr>
            <a:lvl2pPr>
              <a:defRPr sz="1400">
                <a:solidFill>
                  <a:schemeClr val="accent6"/>
                </a:solidFill>
              </a:defRPr>
            </a:lvl2pPr>
            <a:lvl3pPr>
              <a:defRPr sz="1400">
                <a:solidFill>
                  <a:schemeClr val="accent6"/>
                </a:solidFill>
              </a:defRPr>
            </a:lvl3pPr>
            <a:lvl4pPr>
              <a:defRPr sz="1400">
                <a:solidFill>
                  <a:schemeClr val="accent6"/>
                </a:solidFill>
              </a:defRPr>
            </a:lvl4pPr>
            <a:lvl5pPr>
              <a:defRPr sz="14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Footnotes</a:t>
            </a: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DA2C1EA0-A4D1-6CB5-F3AF-8E0CA04A182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389134" y="6289908"/>
            <a:ext cx="802456" cy="445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911267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 and 2 Content on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FA2791E-F6D3-B661-BD3F-3DCD8E5B116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49690" y="1836430"/>
            <a:ext cx="5315224" cy="4196231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/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BFA99523-1D08-BFBD-57F6-289CF88497FC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427088" y="1836430"/>
            <a:ext cx="5314337" cy="4196231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/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A940A5A4-F7F8-6AE6-7462-D71B5D3F8D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690" y="479914"/>
            <a:ext cx="11291735" cy="577716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92F47D7E-344A-96C0-38DE-837E5CE2267F}"/>
              </a:ext>
            </a:extLst>
          </p:cNvPr>
          <p:cNvSpPr>
            <a:spLocks noGrp="1"/>
          </p:cNvSpPr>
          <p:nvPr>
            <p:ph type="subTitle" idx="14"/>
          </p:nvPr>
        </p:nvSpPr>
        <p:spPr>
          <a:xfrm>
            <a:off x="449690" y="1057631"/>
            <a:ext cx="11291735" cy="429208"/>
          </a:xfrm>
        </p:spPr>
        <p:txBody>
          <a:bodyPr anchor="t">
            <a:noAutofit/>
          </a:bodyPr>
          <a:lstStyle>
            <a:lvl1pPr marL="0" indent="0" algn="l">
              <a:buNone/>
              <a:defRPr sz="2400" b="0" i="0">
                <a:solidFill>
                  <a:schemeClr val="accent1"/>
                </a:solidFill>
                <a:latin typeface="Inter Light" panose="02000503000000020004" pitchFamily="2" charset="0"/>
                <a:ea typeface="Inter Light" panose="0200050300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3" name="Slide Number Placeholder 13">
            <a:extLst>
              <a:ext uri="{FF2B5EF4-FFF2-40B4-BE49-F238E27FC236}">
                <a16:creationId xmlns:a16="http://schemas.microsoft.com/office/drawing/2014/main" id="{C08B33AD-B899-6D5D-9216-5716B03CE76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8998226" y="6370592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6"/>
                </a:solidFill>
              </a:defRPr>
            </a:lvl1pPr>
          </a:lstStyle>
          <a:p>
            <a:fld id="{93BFCDF7-B76A-EE4A-9647-B0AB61850522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5" name="Text Placeholder 7">
            <a:extLst>
              <a:ext uri="{FF2B5EF4-FFF2-40B4-BE49-F238E27FC236}">
                <a16:creationId xmlns:a16="http://schemas.microsoft.com/office/drawing/2014/main" id="{7B21125A-19CA-D45C-1A96-0CB53E5EF134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529665" y="6461872"/>
            <a:ext cx="7123447" cy="196543"/>
          </a:xfrm>
        </p:spPr>
        <p:txBody>
          <a:bodyPr>
            <a:noAutofit/>
          </a:bodyPr>
          <a:lstStyle>
            <a:lvl1pPr marL="0" indent="0">
              <a:buNone/>
              <a:defRPr sz="1100">
                <a:solidFill>
                  <a:schemeClr val="accent6"/>
                </a:solidFill>
              </a:defRPr>
            </a:lvl1pPr>
            <a:lvl2pPr>
              <a:defRPr sz="1400">
                <a:solidFill>
                  <a:schemeClr val="accent6"/>
                </a:solidFill>
              </a:defRPr>
            </a:lvl2pPr>
            <a:lvl3pPr>
              <a:defRPr sz="1400">
                <a:solidFill>
                  <a:schemeClr val="accent6"/>
                </a:solidFill>
              </a:defRPr>
            </a:lvl3pPr>
            <a:lvl4pPr>
              <a:defRPr sz="1400">
                <a:solidFill>
                  <a:schemeClr val="accent6"/>
                </a:solidFill>
              </a:defRPr>
            </a:lvl4pPr>
            <a:lvl5pPr>
              <a:defRPr sz="14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Footnotes</a:t>
            </a: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0BADF283-8D12-2C14-DA6D-7EBF3C7CA6A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389134" y="6289908"/>
            <a:ext cx="802456" cy="445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581329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lt. Title, Subtitle and Content w/ Contrai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FA2791E-F6D3-B661-BD3F-3DCD8E5B116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426201" y="479915"/>
            <a:ext cx="5315225" cy="5552746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/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60E0266B-1A00-373C-6E5C-51A494B30E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690" y="479915"/>
            <a:ext cx="5315225" cy="1132860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05C8E2C4-1504-1B5F-4CD1-8404B92491CD}"/>
              </a:ext>
            </a:extLst>
          </p:cNvPr>
          <p:cNvSpPr>
            <a:spLocks noGrp="1"/>
          </p:cNvSpPr>
          <p:nvPr>
            <p:ph type="subTitle" idx="14"/>
          </p:nvPr>
        </p:nvSpPr>
        <p:spPr>
          <a:xfrm>
            <a:off x="449690" y="1612774"/>
            <a:ext cx="5315225" cy="892383"/>
          </a:xfrm>
        </p:spPr>
        <p:txBody>
          <a:bodyPr anchor="t">
            <a:noAutofit/>
          </a:bodyPr>
          <a:lstStyle>
            <a:lvl1pPr marL="0" indent="0" algn="l">
              <a:buNone/>
              <a:defRPr sz="2400" b="0" i="0">
                <a:solidFill>
                  <a:schemeClr val="accent1"/>
                </a:solidFill>
                <a:latin typeface="Inter Light" panose="02000503000000020004" pitchFamily="2" charset="0"/>
                <a:ea typeface="Inter Light" panose="0200050300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pic>
        <p:nvPicPr>
          <p:cNvPr id="15" name="Picture 14" descr="A black background with green lines&#10;&#10;Description automatically generated">
            <a:extLst>
              <a:ext uri="{FF2B5EF4-FFF2-40B4-BE49-F238E27FC236}">
                <a16:creationId xmlns:a16="http://schemas.microsoft.com/office/drawing/2014/main" id="{1544D8E8-15D0-01C7-9EE4-8B406D01C55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flipH="1">
            <a:off x="1195728" y="122283"/>
            <a:ext cx="11000410" cy="557536"/>
          </a:xfrm>
          <a:prstGeom prst="rect">
            <a:avLst/>
          </a:prstGeom>
        </p:spPr>
      </p:pic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C89A1DB0-6328-ABC6-1D97-AE6EFEC9878C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8998226" y="6370592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6"/>
                </a:solidFill>
              </a:defRPr>
            </a:lvl1pPr>
          </a:lstStyle>
          <a:p>
            <a:fld id="{93BFCDF7-B76A-EE4A-9647-B0AB61850522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AB743715-1667-FBBD-BB01-F8FA3AE050D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389134" y="6289908"/>
            <a:ext cx="802456" cy="445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039032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lt. Title, Subtitle and Content w/ B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FA2791E-F6D3-B661-BD3F-3DCD8E5B116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426200" y="479915"/>
            <a:ext cx="5315225" cy="5552746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/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Title 1">
            <a:extLst>
              <a:ext uri="{FF2B5EF4-FFF2-40B4-BE49-F238E27FC236}">
                <a16:creationId xmlns:a16="http://schemas.microsoft.com/office/drawing/2014/main" id="{27AE9BEE-6FA6-042F-21FB-80B2AC2623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690" y="479915"/>
            <a:ext cx="5315225" cy="1132860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7" name="Subtitle 2">
            <a:extLst>
              <a:ext uri="{FF2B5EF4-FFF2-40B4-BE49-F238E27FC236}">
                <a16:creationId xmlns:a16="http://schemas.microsoft.com/office/drawing/2014/main" id="{30EF14B6-C419-FDB0-239C-8C2A6D55A3DF}"/>
              </a:ext>
            </a:extLst>
          </p:cNvPr>
          <p:cNvSpPr>
            <a:spLocks noGrp="1"/>
          </p:cNvSpPr>
          <p:nvPr>
            <p:ph type="subTitle" idx="14"/>
          </p:nvPr>
        </p:nvSpPr>
        <p:spPr>
          <a:xfrm>
            <a:off x="449690" y="1612774"/>
            <a:ext cx="5315225" cy="892383"/>
          </a:xfrm>
        </p:spPr>
        <p:txBody>
          <a:bodyPr anchor="t">
            <a:noAutofit/>
          </a:bodyPr>
          <a:lstStyle>
            <a:lvl1pPr marL="0" indent="0" algn="l">
              <a:buNone/>
              <a:defRPr sz="2400" b="0" i="0">
                <a:solidFill>
                  <a:schemeClr val="accent1"/>
                </a:solidFill>
                <a:latin typeface="Inter Light" panose="02000503000000020004" pitchFamily="2" charset="0"/>
                <a:ea typeface="Inter Light" panose="0200050300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0" name="Slide Number Placeholder 13">
            <a:extLst>
              <a:ext uri="{FF2B5EF4-FFF2-40B4-BE49-F238E27FC236}">
                <a16:creationId xmlns:a16="http://schemas.microsoft.com/office/drawing/2014/main" id="{3068E4FA-B3AC-5F34-2714-E1E36D50D35E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8998226" y="6370592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6"/>
                </a:solidFill>
              </a:defRPr>
            </a:lvl1pPr>
          </a:lstStyle>
          <a:p>
            <a:fld id="{93BFCDF7-B76A-EE4A-9647-B0AB61850522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CAAAAA52-8570-BB98-76E9-8BD279443D3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389134" y="6289908"/>
            <a:ext cx="802456" cy="445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2630720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2 Subtitle and 2 Content w/ Contrai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E11D73-7A17-30B7-01A0-87E7709CD6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690" y="479915"/>
            <a:ext cx="11291736" cy="534032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C3814B1-633C-E8B0-5941-E1E7F6FA0BDB}"/>
              </a:ext>
            </a:extLst>
          </p:cNvPr>
          <p:cNvSpPr>
            <a:spLocks noGrp="1"/>
          </p:cNvSpPr>
          <p:nvPr>
            <p:ph type="subTitle" idx="14"/>
          </p:nvPr>
        </p:nvSpPr>
        <p:spPr>
          <a:xfrm>
            <a:off x="449688" y="1325268"/>
            <a:ext cx="5316110" cy="895732"/>
          </a:xfrm>
        </p:spPr>
        <p:txBody>
          <a:bodyPr anchor="b">
            <a:noAutofit/>
          </a:bodyPr>
          <a:lstStyle>
            <a:lvl1pPr marL="0" indent="0" algn="l">
              <a:lnSpc>
                <a:spcPct val="100000"/>
              </a:lnSpc>
              <a:buNone/>
              <a:defRPr sz="2400" b="0" i="0">
                <a:solidFill>
                  <a:schemeClr val="accent1"/>
                </a:solidFill>
                <a:latin typeface="Inter Light" panose="02000503000000020004" pitchFamily="2" charset="0"/>
                <a:ea typeface="Inter Light" panose="0200050300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20B991CD-48C1-C467-6A1C-9119669C561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426201" y="1326918"/>
            <a:ext cx="5316114" cy="894082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buNone/>
              <a:defRPr sz="2400" b="0" i="0">
                <a:solidFill>
                  <a:schemeClr val="accent1"/>
                </a:solidFill>
                <a:latin typeface="Inter Light" panose="02000503000000020004" pitchFamily="2" charset="0"/>
                <a:ea typeface="Inter Light" panose="02000503000000020004" pitchFamily="2" charset="0"/>
              </a:defRPr>
            </a:lvl1pPr>
          </a:lstStyle>
          <a:p>
            <a:r>
              <a:rPr lang="en-US" dirty="0"/>
              <a:t>Click to add subtitle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07ACD2F3-5CBE-4E9B-4E17-AA641AAFB61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49689" y="2254413"/>
            <a:ext cx="5316109" cy="3804857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/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4A0C6141-BBB3-C613-F91D-4A018704B013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426201" y="2251386"/>
            <a:ext cx="5316110" cy="3804857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/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pic>
        <p:nvPicPr>
          <p:cNvPr id="24" name="Picture 23" descr="A black background with green lines&#10;&#10;Description automatically generated">
            <a:extLst>
              <a:ext uri="{FF2B5EF4-FFF2-40B4-BE49-F238E27FC236}">
                <a16:creationId xmlns:a16="http://schemas.microsoft.com/office/drawing/2014/main" id="{44CE69C7-AA0C-8790-C757-EBF9B7E1E02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flipH="1">
            <a:off x="0" y="0"/>
            <a:ext cx="12192000" cy="789710"/>
          </a:xfrm>
          <a:prstGeom prst="rect">
            <a:avLst/>
          </a:prstGeom>
        </p:spPr>
      </p:pic>
      <p:sp>
        <p:nvSpPr>
          <p:cNvPr id="13" name="Slide Number Placeholder 13">
            <a:extLst>
              <a:ext uri="{FF2B5EF4-FFF2-40B4-BE49-F238E27FC236}">
                <a16:creationId xmlns:a16="http://schemas.microsoft.com/office/drawing/2014/main" id="{E08B4A01-1405-E3F6-BED0-5A11FB573BBC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8998226" y="6370592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6"/>
                </a:solidFill>
              </a:defRPr>
            </a:lvl1pPr>
          </a:lstStyle>
          <a:p>
            <a:fld id="{93BFCDF7-B76A-EE4A-9647-B0AB61850522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D1AFBE57-DC24-166B-BAEA-799A4302466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389134" y="6289908"/>
            <a:ext cx="802456" cy="445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2362344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3 Subtitle and Content w/ Contrai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C3814B1-633C-E8B0-5941-E1E7F6FA0BDB}"/>
              </a:ext>
            </a:extLst>
          </p:cNvPr>
          <p:cNvSpPr>
            <a:spLocks noGrp="1"/>
          </p:cNvSpPr>
          <p:nvPr>
            <p:ph type="subTitle" idx="14"/>
          </p:nvPr>
        </p:nvSpPr>
        <p:spPr>
          <a:xfrm>
            <a:off x="449686" y="1325268"/>
            <a:ext cx="3499197" cy="895732"/>
          </a:xfrm>
        </p:spPr>
        <p:txBody>
          <a:bodyPr anchor="b">
            <a:noAutofit/>
          </a:bodyPr>
          <a:lstStyle>
            <a:lvl1pPr marL="0" indent="0" algn="l">
              <a:lnSpc>
                <a:spcPct val="100000"/>
              </a:lnSpc>
              <a:buNone/>
              <a:defRPr sz="2400" b="0" i="0">
                <a:solidFill>
                  <a:schemeClr val="accent1"/>
                </a:solidFill>
                <a:latin typeface="Inter Light" panose="02000503000000020004" pitchFamily="2" charset="0"/>
                <a:ea typeface="Inter Light" panose="0200050300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20B991CD-48C1-C467-6A1C-9119669C561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346401" y="1326918"/>
            <a:ext cx="3499197" cy="894082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buNone/>
              <a:defRPr sz="2400" b="0" i="0">
                <a:solidFill>
                  <a:schemeClr val="accent1"/>
                </a:solidFill>
                <a:latin typeface="Inter Light" panose="02000503000000020004" pitchFamily="2" charset="0"/>
                <a:ea typeface="Inter Light" panose="02000503000000020004" pitchFamily="2" charset="0"/>
              </a:defRPr>
            </a:lvl1pPr>
          </a:lstStyle>
          <a:p>
            <a:r>
              <a:rPr lang="en-US" dirty="0"/>
              <a:t>Click to add subtitle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07ACD2F3-5CBE-4E9B-4E17-AA641AAFB61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49690" y="2257440"/>
            <a:ext cx="3499196" cy="3804856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4A0C6141-BBB3-C613-F91D-4A018704B013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4346402" y="2254413"/>
            <a:ext cx="3499196" cy="3804856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/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Text Placeholder 10">
            <a:extLst>
              <a:ext uri="{FF2B5EF4-FFF2-40B4-BE49-F238E27FC236}">
                <a16:creationId xmlns:a16="http://schemas.microsoft.com/office/drawing/2014/main" id="{BF1A17F7-5DB3-CC7E-7DBA-9D0964A8E52E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242228" y="1325268"/>
            <a:ext cx="3499198" cy="894082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buNone/>
              <a:defRPr sz="2400" b="0" i="0">
                <a:solidFill>
                  <a:schemeClr val="accent1"/>
                </a:solidFill>
                <a:latin typeface="Inter Light" panose="02000503000000020004" pitchFamily="2" charset="0"/>
                <a:ea typeface="Inter Light" panose="02000503000000020004" pitchFamily="2" charset="0"/>
              </a:defRPr>
            </a:lvl1pPr>
          </a:lstStyle>
          <a:p>
            <a:r>
              <a:rPr lang="en-US" dirty="0"/>
              <a:t>Click to add subtitle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069D5E2C-5A7B-A57E-2536-0587472FDD36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8243114" y="2252763"/>
            <a:ext cx="3499196" cy="3804856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/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pic>
        <p:nvPicPr>
          <p:cNvPr id="5" name="Picture 4" descr="A green and black background&#10;&#10;Description automatically generated">
            <a:extLst>
              <a:ext uri="{FF2B5EF4-FFF2-40B4-BE49-F238E27FC236}">
                <a16:creationId xmlns:a16="http://schemas.microsoft.com/office/drawing/2014/main" id="{F3028C0F-81B5-D95E-D0DD-35A10BF1446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flipH="1">
            <a:off x="0" y="0"/>
            <a:ext cx="12192000" cy="782321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201F72C7-7397-45FF-CD1D-D2925B2E90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690" y="479915"/>
            <a:ext cx="11291736" cy="534032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6" name="Slide Number Placeholder 13">
            <a:extLst>
              <a:ext uri="{FF2B5EF4-FFF2-40B4-BE49-F238E27FC236}">
                <a16:creationId xmlns:a16="http://schemas.microsoft.com/office/drawing/2014/main" id="{EE4CE6B4-AD4C-E75C-D588-124E938EDE8E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8998226" y="6370592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6"/>
                </a:solidFill>
              </a:defRPr>
            </a:lvl1pPr>
          </a:lstStyle>
          <a:p>
            <a:fld id="{93BFCDF7-B76A-EE4A-9647-B0AB61850522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F2AA1343-69E4-00A1-B60F-C322C11BB19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389134" y="6289908"/>
            <a:ext cx="802456" cy="445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5411901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 and Content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4D2A0828-126E-FEBA-1AB9-20FC24EBC65F}"/>
              </a:ext>
            </a:extLst>
          </p:cNvPr>
          <p:cNvSpPr>
            <a:spLocks noGrp="1"/>
          </p:cNvSpPr>
          <p:nvPr>
            <p:ph type="pic" idx="18"/>
          </p:nvPr>
        </p:nvSpPr>
        <p:spPr>
          <a:xfrm>
            <a:off x="6426200" y="0"/>
            <a:ext cx="5765800" cy="68580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03EDD544-65D6-FA23-8C90-7D59A1C495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690" y="479915"/>
            <a:ext cx="5315225" cy="1132860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94B63DB8-E6C7-12FC-DFB9-23C5DC7EF80E}"/>
              </a:ext>
            </a:extLst>
          </p:cNvPr>
          <p:cNvSpPr>
            <a:spLocks noGrp="1"/>
          </p:cNvSpPr>
          <p:nvPr>
            <p:ph type="subTitle" idx="14"/>
          </p:nvPr>
        </p:nvSpPr>
        <p:spPr>
          <a:xfrm>
            <a:off x="449690" y="1612774"/>
            <a:ext cx="5315225" cy="892383"/>
          </a:xfrm>
        </p:spPr>
        <p:txBody>
          <a:bodyPr anchor="t">
            <a:noAutofit/>
          </a:bodyPr>
          <a:lstStyle>
            <a:lvl1pPr marL="0" indent="0" algn="l">
              <a:buNone/>
              <a:defRPr sz="2400" b="0" i="0">
                <a:solidFill>
                  <a:schemeClr val="accent1"/>
                </a:solidFill>
                <a:latin typeface="Inter Light" panose="02000503000000020004" pitchFamily="2" charset="0"/>
                <a:ea typeface="Inter Light" panose="0200050300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2" name="Text Placeholder 8">
            <a:extLst>
              <a:ext uri="{FF2B5EF4-FFF2-40B4-BE49-F238E27FC236}">
                <a16:creationId xmlns:a16="http://schemas.microsoft.com/office/drawing/2014/main" id="{26C5AAA0-097A-E211-DC9A-BB95EA90DDE5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449689" y="2809462"/>
            <a:ext cx="5315225" cy="3249808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/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90B350EC-B356-456C-1E0F-62F053685A6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389134" y="6289908"/>
            <a:ext cx="802456" cy="445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6938402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4D2A0828-126E-FEBA-1AB9-20FC24EBC65F}"/>
              </a:ext>
            </a:extLst>
          </p:cNvPr>
          <p:cNvSpPr>
            <a:spLocks noGrp="1"/>
          </p:cNvSpPr>
          <p:nvPr>
            <p:ph type="pic" idx="18"/>
          </p:nvPr>
        </p:nvSpPr>
        <p:spPr>
          <a:xfrm>
            <a:off x="6426200" y="0"/>
            <a:ext cx="5765800" cy="68580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03EDD544-65D6-FA23-8C90-7D59A1C495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690" y="479915"/>
            <a:ext cx="5315225" cy="1132860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8">
            <a:extLst>
              <a:ext uri="{FF2B5EF4-FFF2-40B4-BE49-F238E27FC236}">
                <a16:creationId xmlns:a16="http://schemas.microsoft.com/office/drawing/2014/main" id="{26C5AAA0-097A-E211-DC9A-BB95EA90DDE5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449689" y="1948070"/>
            <a:ext cx="5315225" cy="411120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A846F02B-D6EC-D033-7D76-94E3759A1B0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389134" y="6289908"/>
            <a:ext cx="802456" cy="445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0448749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DBEC1529-1577-5B5F-A906-24D4A99D1143}"/>
              </a:ext>
            </a:extLst>
          </p:cNvPr>
          <p:cNvSpPr>
            <a:spLocks noGrp="1"/>
          </p:cNvSpPr>
          <p:nvPr>
            <p:ph type="pic" idx="15"/>
          </p:nvPr>
        </p:nvSpPr>
        <p:spPr>
          <a:xfrm>
            <a:off x="0" y="0"/>
            <a:ext cx="12192000" cy="68580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186195957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with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13">
            <a:extLst>
              <a:ext uri="{FF2B5EF4-FFF2-40B4-BE49-F238E27FC236}">
                <a16:creationId xmlns:a16="http://schemas.microsoft.com/office/drawing/2014/main" id="{722CC027-6B6E-85B0-A8C3-64578F0614DB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8998226" y="6370592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6"/>
                </a:solidFill>
              </a:defRPr>
            </a:lvl1pPr>
          </a:lstStyle>
          <a:p>
            <a:fld id="{93BFCDF7-B76A-EE4A-9647-B0AB61850522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F8697E31-C660-9F76-8A94-301A2694C2D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389134" y="6289908"/>
            <a:ext cx="802456" cy="445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1553387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77071922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2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oup 19">
            <a:extLst>
              <a:ext uri="{FF2B5EF4-FFF2-40B4-BE49-F238E27FC236}">
                <a16:creationId xmlns:a16="http://schemas.microsoft.com/office/drawing/2014/main" id="{E34B6771-4E1A-8E8A-57C7-9B89E2B0D453}"/>
              </a:ext>
            </a:extLst>
          </p:cNvPr>
          <p:cNvGrpSpPr/>
          <p:nvPr userDrawn="1"/>
        </p:nvGrpSpPr>
        <p:grpSpPr>
          <a:xfrm>
            <a:off x="599927" y="502602"/>
            <a:ext cx="10992146" cy="5852796"/>
            <a:chOff x="1056488" y="840235"/>
            <a:chExt cx="10079022" cy="5366601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DDF2B4CC-2CCE-0995-5F08-8729B2906144}"/>
                </a:ext>
              </a:extLst>
            </p:cNvPr>
            <p:cNvSpPr/>
            <p:nvPr userDrawn="1"/>
          </p:nvSpPr>
          <p:spPr>
            <a:xfrm>
              <a:off x="1281112" y="1179492"/>
              <a:ext cx="9629775" cy="4499016"/>
            </a:xfrm>
            <a:prstGeom prst="rect">
              <a:avLst/>
            </a:prstGeom>
            <a:noFill/>
            <a:ln w="31750" cap="rnd">
              <a:solidFill>
                <a:schemeClr val="accent4"/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0B0F4778-506D-12C4-CFF1-B44705EBF1E7}"/>
                </a:ext>
              </a:extLst>
            </p:cNvPr>
            <p:cNvSpPr/>
            <p:nvPr userDrawn="1"/>
          </p:nvSpPr>
          <p:spPr>
            <a:xfrm>
              <a:off x="1108364" y="2202873"/>
              <a:ext cx="8686800" cy="4003963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3DA25866-82EC-15C2-5B86-D686DCF0D95E}"/>
                </a:ext>
              </a:extLst>
            </p:cNvPr>
            <p:cNvSpPr/>
            <p:nvPr userDrawn="1"/>
          </p:nvSpPr>
          <p:spPr>
            <a:xfrm>
              <a:off x="1281112" y="1551709"/>
              <a:ext cx="9303761" cy="4126799"/>
            </a:xfrm>
            <a:prstGeom prst="rect">
              <a:avLst/>
            </a:prstGeom>
            <a:noFill/>
            <a:ln w="28575">
              <a:solidFill>
                <a:schemeClr val="accent4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BED4CB7E-1CB8-4177-2F4D-A8C517137EEC}"/>
                </a:ext>
              </a:extLst>
            </p:cNvPr>
            <p:cNvGrpSpPr/>
            <p:nvPr userDrawn="1"/>
          </p:nvGrpSpPr>
          <p:grpSpPr>
            <a:xfrm>
              <a:off x="1056488" y="840235"/>
              <a:ext cx="10079022" cy="5177530"/>
              <a:chOff x="1056489" y="805779"/>
              <a:chExt cx="10079022" cy="5177530"/>
            </a:xfrm>
          </p:grpSpPr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66FE904B-B1F0-F9D9-0C65-49BE23F0262D}"/>
                  </a:ext>
                </a:extLst>
              </p:cNvPr>
              <p:cNvSpPr>
                <a:spLocks/>
              </p:cNvSpPr>
              <p:nvPr userDrawn="1"/>
            </p:nvSpPr>
            <p:spPr>
              <a:xfrm>
                <a:off x="1056489" y="805779"/>
                <a:ext cx="1529579" cy="1463040"/>
              </a:xfrm>
              <a:prstGeom prst="rect">
                <a:avLst/>
              </a:prstGeom>
              <a:solidFill>
                <a:schemeClr val="accent2"/>
              </a:solidFill>
              <a:ln w="19050"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E24A792C-EAD1-1E17-404C-EFBEF7BFF411}"/>
                  </a:ext>
                </a:extLst>
              </p:cNvPr>
              <p:cNvSpPr>
                <a:spLocks/>
              </p:cNvSpPr>
              <p:nvPr userDrawn="1"/>
            </p:nvSpPr>
            <p:spPr>
              <a:xfrm>
                <a:off x="9672471" y="4598834"/>
                <a:ext cx="1463040" cy="1384475"/>
              </a:xfrm>
              <a:prstGeom prst="rect">
                <a:avLst/>
              </a:prstGeom>
              <a:solidFill>
                <a:schemeClr val="accent2"/>
              </a:solidFill>
              <a:ln w="19050"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26B80C71-44A6-A20E-ADA6-E833525161AD}"/>
                </a:ext>
              </a:extLst>
            </p:cNvPr>
            <p:cNvSpPr/>
            <p:nvPr userDrawn="1"/>
          </p:nvSpPr>
          <p:spPr>
            <a:xfrm>
              <a:off x="1898073" y="1426825"/>
              <a:ext cx="8859548" cy="3713211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5FAE7328-7EDE-37C7-F66D-C16DB72D3781}"/>
              </a:ext>
            </a:extLst>
          </p:cNvPr>
          <p:cNvSpPr txBox="1"/>
          <p:nvPr userDrawn="1"/>
        </p:nvSpPr>
        <p:spPr>
          <a:xfrm>
            <a:off x="847923" y="-38211"/>
            <a:ext cx="1174283" cy="45089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700" b="0" i="0" u="none" strike="noStrike" dirty="0"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“</a:t>
            </a:r>
            <a:endParaRPr lang="en-US" sz="28700" dirty="0">
              <a:solidFill>
                <a:schemeClr val="tx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5A022E4-7A5B-F38A-7860-1E739DC9F6F8}"/>
              </a:ext>
            </a:extLst>
          </p:cNvPr>
          <p:cNvSpPr txBox="1"/>
          <p:nvPr userDrawn="1"/>
        </p:nvSpPr>
        <p:spPr>
          <a:xfrm rot="10800000">
            <a:off x="10220850" y="2245036"/>
            <a:ext cx="1280669" cy="45089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700" b="0" i="0" u="none" strike="noStrike" dirty="0"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“</a:t>
            </a:r>
            <a:endParaRPr lang="en-US" sz="28700" dirty="0">
              <a:solidFill>
                <a:schemeClr val="tx1"/>
              </a:solidFill>
            </a:endParaRP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8D35EDAB-E6BE-EF48-6A71-C474D859C3F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2358634" y="1633596"/>
            <a:ext cx="7185513" cy="2837120"/>
          </a:xfrm>
          <a:prstGeom prst="rect">
            <a:avLst/>
          </a:prstGeom>
        </p:spPr>
        <p:txBody>
          <a:bodyPr anchor="ctr">
            <a:noAutofit/>
          </a:bodyPr>
          <a:lstStyle>
            <a:lvl1pPr algn="ctr">
              <a:defRPr sz="4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Really epic quote that makes everyone think. </a:t>
            </a:r>
          </a:p>
        </p:txBody>
      </p:sp>
      <p:sp>
        <p:nvSpPr>
          <p:cNvPr id="15" name="Subtitle 2">
            <a:extLst>
              <a:ext uri="{FF2B5EF4-FFF2-40B4-BE49-F238E27FC236}">
                <a16:creationId xmlns:a16="http://schemas.microsoft.com/office/drawing/2014/main" id="{0E2487A3-96FC-5837-5057-788C5EA5DC72}"/>
              </a:ext>
            </a:extLst>
          </p:cNvPr>
          <p:cNvSpPr>
            <a:spLocks noGrp="1"/>
          </p:cNvSpPr>
          <p:nvPr>
            <p:ph type="subTitle" idx="14" hasCustomPrompt="1"/>
          </p:nvPr>
        </p:nvSpPr>
        <p:spPr>
          <a:xfrm>
            <a:off x="2358635" y="4669312"/>
            <a:ext cx="7185512" cy="395869"/>
          </a:xfrm>
        </p:spPr>
        <p:txBody>
          <a:bodyPr anchor="ctr">
            <a:noAutofit/>
          </a:bodyPr>
          <a:lstStyle>
            <a:lvl1pPr marL="0" indent="0" algn="ctr">
              <a:buNone/>
              <a:defRPr sz="2400" b="0" i="0">
                <a:solidFill>
                  <a:schemeClr val="accent4"/>
                </a:solidFill>
                <a:latin typeface="Inter Light" panose="02000503000000020004" pitchFamily="2" charset="0"/>
                <a:ea typeface="Inter Light" panose="0200050300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- Quoted Source</a:t>
            </a:r>
          </a:p>
        </p:txBody>
      </p:sp>
    </p:spTree>
    <p:extLst>
      <p:ext uri="{BB962C8B-B14F-4D97-AF65-F5344CB8AC3E}">
        <p14:creationId xmlns:p14="http://schemas.microsoft.com/office/powerpoint/2010/main" val="413845905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oup 19">
            <a:extLst>
              <a:ext uri="{FF2B5EF4-FFF2-40B4-BE49-F238E27FC236}">
                <a16:creationId xmlns:a16="http://schemas.microsoft.com/office/drawing/2014/main" id="{E34B6771-4E1A-8E8A-57C7-9B89E2B0D453}"/>
              </a:ext>
            </a:extLst>
          </p:cNvPr>
          <p:cNvGrpSpPr/>
          <p:nvPr userDrawn="1"/>
        </p:nvGrpSpPr>
        <p:grpSpPr>
          <a:xfrm>
            <a:off x="599927" y="502602"/>
            <a:ext cx="10992146" cy="5852796"/>
            <a:chOff x="1056488" y="840235"/>
            <a:chExt cx="10079022" cy="5366601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DDF2B4CC-2CCE-0995-5F08-8729B2906144}"/>
                </a:ext>
              </a:extLst>
            </p:cNvPr>
            <p:cNvSpPr/>
            <p:nvPr userDrawn="1"/>
          </p:nvSpPr>
          <p:spPr>
            <a:xfrm>
              <a:off x="1281112" y="1179492"/>
              <a:ext cx="9629775" cy="4499016"/>
            </a:xfrm>
            <a:prstGeom prst="rect">
              <a:avLst/>
            </a:prstGeom>
            <a:noFill/>
            <a:ln w="31750" cap="rnd">
              <a:solidFill>
                <a:schemeClr val="accent1"/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0B0F4778-506D-12C4-CFF1-B44705EBF1E7}"/>
                </a:ext>
              </a:extLst>
            </p:cNvPr>
            <p:cNvSpPr/>
            <p:nvPr userDrawn="1"/>
          </p:nvSpPr>
          <p:spPr>
            <a:xfrm>
              <a:off x="1108364" y="2202873"/>
              <a:ext cx="8686800" cy="400396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3DA25866-82EC-15C2-5B86-D686DCF0D95E}"/>
                </a:ext>
              </a:extLst>
            </p:cNvPr>
            <p:cNvSpPr/>
            <p:nvPr userDrawn="1"/>
          </p:nvSpPr>
          <p:spPr>
            <a:xfrm>
              <a:off x="1281112" y="1551709"/>
              <a:ext cx="9303761" cy="4126799"/>
            </a:xfrm>
            <a:prstGeom prst="rect">
              <a:avLst/>
            </a:prstGeom>
            <a:noFill/>
            <a:ln w="28575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BED4CB7E-1CB8-4177-2F4D-A8C517137EEC}"/>
                </a:ext>
              </a:extLst>
            </p:cNvPr>
            <p:cNvGrpSpPr/>
            <p:nvPr userDrawn="1"/>
          </p:nvGrpSpPr>
          <p:grpSpPr>
            <a:xfrm>
              <a:off x="1056488" y="840235"/>
              <a:ext cx="10079022" cy="5177530"/>
              <a:chOff x="1056489" y="805779"/>
              <a:chExt cx="10079022" cy="5177530"/>
            </a:xfrm>
          </p:grpSpPr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66FE904B-B1F0-F9D9-0C65-49BE23F0262D}"/>
                  </a:ext>
                </a:extLst>
              </p:cNvPr>
              <p:cNvSpPr>
                <a:spLocks/>
              </p:cNvSpPr>
              <p:nvPr userDrawn="1"/>
            </p:nvSpPr>
            <p:spPr>
              <a:xfrm>
                <a:off x="1056489" y="805779"/>
                <a:ext cx="1529579" cy="1463040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E24A792C-EAD1-1E17-404C-EFBEF7BFF411}"/>
                  </a:ext>
                </a:extLst>
              </p:cNvPr>
              <p:cNvSpPr>
                <a:spLocks/>
              </p:cNvSpPr>
              <p:nvPr userDrawn="1"/>
            </p:nvSpPr>
            <p:spPr>
              <a:xfrm>
                <a:off x="9672471" y="4601177"/>
                <a:ext cx="1463040" cy="1382132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26B80C71-44A6-A20E-ADA6-E833525161AD}"/>
                </a:ext>
              </a:extLst>
            </p:cNvPr>
            <p:cNvSpPr/>
            <p:nvPr userDrawn="1"/>
          </p:nvSpPr>
          <p:spPr>
            <a:xfrm>
              <a:off x="1898073" y="1426825"/>
              <a:ext cx="8859548" cy="371321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5FAE7328-7EDE-37C7-F66D-C16DB72D3781}"/>
              </a:ext>
            </a:extLst>
          </p:cNvPr>
          <p:cNvSpPr txBox="1"/>
          <p:nvPr userDrawn="1"/>
        </p:nvSpPr>
        <p:spPr>
          <a:xfrm>
            <a:off x="847923" y="-38211"/>
            <a:ext cx="1174283" cy="45089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700" b="0" i="0" u="none" strike="noStrike" dirty="0">
                <a:solidFill>
                  <a:srgbClr val="4D5156"/>
                </a:solidFill>
                <a:effectLst/>
                <a:latin typeface="arial" panose="020B0604020202020204" pitchFamily="34" charset="0"/>
              </a:rPr>
              <a:t>“</a:t>
            </a:r>
            <a:endParaRPr lang="en-US" sz="287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5A022E4-7A5B-F38A-7860-1E739DC9F6F8}"/>
              </a:ext>
            </a:extLst>
          </p:cNvPr>
          <p:cNvSpPr txBox="1"/>
          <p:nvPr userDrawn="1"/>
        </p:nvSpPr>
        <p:spPr>
          <a:xfrm rot="10800000">
            <a:off x="10220850" y="2245036"/>
            <a:ext cx="1280669" cy="45089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700" b="0" i="0" u="none" strike="noStrike" dirty="0">
                <a:solidFill>
                  <a:srgbClr val="4D5156"/>
                </a:solidFill>
                <a:effectLst/>
                <a:latin typeface="arial" panose="020B0604020202020204" pitchFamily="34" charset="0"/>
              </a:rPr>
              <a:t>“</a:t>
            </a:r>
            <a:endParaRPr lang="en-US" sz="28700" dirty="0"/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8D35EDAB-E6BE-EF48-6A71-C474D859C3F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2358634" y="1633596"/>
            <a:ext cx="7185513" cy="2837120"/>
          </a:xfrm>
          <a:prstGeom prst="rect">
            <a:avLst/>
          </a:prstGeom>
        </p:spPr>
        <p:txBody>
          <a:bodyPr anchor="ctr">
            <a:noAutofit/>
          </a:bodyPr>
          <a:lstStyle>
            <a:lvl1pPr algn="ctr">
              <a:defRPr sz="4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Really epic quote that makes everyone think. </a:t>
            </a:r>
          </a:p>
        </p:txBody>
      </p:sp>
      <p:sp>
        <p:nvSpPr>
          <p:cNvPr id="15" name="Subtitle 2">
            <a:extLst>
              <a:ext uri="{FF2B5EF4-FFF2-40B4-BE49-F238E27FC236}">
                <a16:creationId xmlns:a16="http://schemas.microsoft.com/office/drawing/2014/main" id="{0E2487A3-96FC-5837-5057-788C5EA5DC72}"/>
              </a:ext>
            </a:extLst>
          </p:cNvPr>
          <p:cNvSpPr>
            <a:spLocks noGrp="1"/>
          </p:cNvSpPr>
          <p:nvPr>
            <p:ph type="subTitle" idx="14" hasCustomPrompt="1"/>
          </p:nvPr>
        </p:nvSpPr>
        <p:spPr>
          <a:xfrm>
            <a:off x="2358635" y="4669312"/>
            <a:ext cx="7185512" cy="395869"/>
          </a:xfrm>
        </p:spPr>
        <p:txBody>
          <a:bodyPr anchor="ctr">
            <a:noAutofit/>
          </a:bodyPr>
          <a:lstStyle>
            <a:lvl1pPr marL="0" indent="0" algn="ctr">
              <a:buNone/>
              <a:defRPr sz="2400" b="0" i="0">
                <a:solidFill>
                  <a:schemeClr val="accent1"/>
                </a:solidFill>
                <a:latin typeface="Inter Light" panose="02000503000000020004" pitchFamily="2" charset="0"/>
                <a:ea typeface="Inter Light" panose="0200050300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- Quoted Source</a:t>
            </a:r>
          </a:p>
        </p:txBody>
      </p:sp>
    </p:spTree>
    <p:extLst>
      <p:ext uri="{BB962C8B-B14F-4D97-AF65-F5344CB8AC3E}">
        <p14:creationId xmlns:p14="http://schemas.microsoft.com/office/powerpoint/2010/main" val="2035335418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Quote 2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oup 19">
            <a:extLst>
              <a:ext uri="{FF2B5EF4-FFF2-40B4-BE49-F238E27FC236}">
                <a16:creationId xmlns:a16="http://schemas.microsoft.com/office/drawing/2014/main" id="{E34B6771-4E1A-8E8A-57C7-9B89E2B0D453}"/>
              </a:ext>
            </a:extLst>
          </p:cNvPr>
          <p:cNvGrpSpPr/>
          <p:nvPr userDrawn="1"/>
        </p:nvGrpSpPr>
        <p:grpSpPr>
          <a:xfrm>
            <a:off x="599927" y="502602"/>
            <a:ext cx="10992146" cy="5852796"/>
            <a:chOff x="1056488" y="840235"/>
            <a:chExt cx="10079022" cy="5366601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DDF2B4CC-2CCE-0995-5F08-8729B2906144}"/>
                </a:ext>
              </a:extLst>
            </p:cNvPr>
            <p:cNvSpPr/>
            <p:nvPr userDrawn="1"/>
          </p:nvSpPr>
          <p:spPr>
            <a:xfrm>
              <a:off x="1281112" y="1179492"/>
              <a:ext cx="9629775" cy="4499016"/>
            </a:xfrm>
            <a:prstGeom prst="rect">
              <a:avLst/>
            </a:prstGeom>
            <a:noFill/>
            <a:ln w="31750" cap="rnd">
              <a:solidFill>
                <a:schemeClr val="accent4"/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0B0F4778-506D-12C4-CFF1-B44705EBF1E7}"/>
                </a:ext>
              </a:extLst>
            </p:cNvPr>
            <p:cNvSpPr/>
            <p:nvPr userDrawn="1"/>
          </p:nvSpPr>
          <p:spPr>
            <a:xfrm>
              <a:off x="1108364" y="2202873"/>
              <a:ext cx="8686800" cy="4003963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3DA25866-82EC-15C2-5B86-D686DCF0D95E}"/>
                </a:ext>
              </a:extLst>
            </p:cNvPr>
            <p:cNvSpPr/>
            <p:nvPr userDrawn="1"/>
          </p:nvSpPr>
          <p:spPr>
            <a:xfrm>
              <a:off x="1281112" y="1551709"/>
              <a:ext cx="9303761" cy="4126799"/>
            </a:xfrm>
            <a:prstGeom prst="rect">
              <a:avLst/>
            </a:prstGeom>
            <a:noFill/>
            <a:ln w="28575">
              <a:solidFill>
                <a:schemeClr val="accent4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BED4CB7E-1CB8-4177-2F4D-A8C517137EEC}"/>
                </a:ext>
              </a:extLst>
            </p:cNvPr>
            <p:cNvGrpSpPr/>
            <p:nvPr userDrawn="1"/>
          </p:nvGrpSpPr>
          <p:grpSpPr>
            <a:xfrm>
              <a:off x="1056488" y="840235"/>
              <a:ext cx="10079022" cy="5177530"/>
              <a:chOff x="1056489" y="805779"/>
              <a:chExt cx="10079022" cy="5177530"/>
            </a:xfrm>
          </p:grpSpPr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66FE904B-B1F0-F9D9-0C65-49BE23F0262D}"/>
                  </a:ext>
                </a:extLst>
              </p:cNvPr>
              <p:cNvSpPr>
                <a:spLocks/>
              </p:cNvSpPr>
              <p:nvPr userDrawn="1"/>
            </p:nvSpPr>
            <p:spPr>
              <a:xfrm>
                <a:off x="1056489" y="805779"/>
                <a:ext cx="1529579" cy="1463040"/>
              </a:xfrm>
              <a:prstGeom prst="rect">
                <a:avLst/>
              </a:prstGeom>
              <a:solidFill>
                <a:schemeClr val="accent3"/>
              </a:solidFill>
              <a:ln w="19050">
                <a:solidFill>
                  <a:schemeClr val="accent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E24A792C-EAD1-1E17-404C-EFBEF7BFF411}"/>
                  </a:ext>
                </a:extLst>
              </p:cNvPr>
              <p:cNvSpPr>
                <a:spLocks/>
              </p:cNvSpPr>
              <p:nvPr userDrawn="1"/>
            </p:nvSpPr>
            <p:spPr>
              <a:xfrm>
                <a:off x="9672471" y="4598834"/>
                <a:ext cx="1463040" cy="1384475"/>
              </a:xfrm>
              <a:prstGeom prst="rect">
                <a:avLst/>
              </a:prstGeom>
              <a:solidFill>
                <a:schemeClr val="accent3"/>
              </a:solidFill>
              <a:ln w="19050">
                <a:solidFill>
                  <a:schemeClr val="accent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26B80C71-44A6-A20E-ADA6-E833525161AD}"/>
                </a:ext>
              </a:extLst>
            </p:cNvPr>
            <p:cNvSpPr/>
            <p:nvPr userDrawn="1"/>
          </p:nvSpPr>
          <p:spPr>
            <a:xfrm>
              <a:off x="1898073" y="1426825"/>
              <a:ext cx="8859548" cy="3713211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5FAE7328-7EDE-37C7-F66D-C16DB72D3781}"/>
              </a:ext>
            </a:extLst>
          </p:cNvPr>
          <p:cNvSpPr txBox="1"/>
          <p:nvPr userDrawn="1"/>
        </p:nvSpPr>
        <p:spPr>
          <a:xfrm>
            <a:off x="847923" y="-38211"/>
            <a:ext cx="1174283" cy="45089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700" b="0" i="0" u="none" strike="noStrike" dirty="0"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“</a:t>
            </a:r>
            <a:endParaRPr lang="en-US" sz="28700" dirty="0">
              <a:solidFill>
                <a:schemeClr val="tx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5A022E4-7A5B-F38A-7860-1E739DC9F6F8}"/>
              </a:ext>
            </a:extLst>
          </p:cNvPr>
          <p:cNvSpPr txBox="1"/>
          <p:nvPr userDrawn="1"/>
        </p:nvSpPr>
        <p:spPr>
          <a:xfrm rot="10800000">
            <a:off x="10220850" y="2245036"/>
            <a:ext cx="1280669" cy="45089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700" b="0" i="0" u="none" strike="noStrike" dirty="0"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“</a:t>
            </a:r>
            <a:endParaRPr lang="en-US" sz="28700" dirty="0">
              <a:solidFill>
                <a:schemeClr val="tx1"/>
              </a:solidFill>
            </a:endParaRP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8D35EDAB-E6BE-EF48-6A71-C474D859C3F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2358634" y="1633596"/>
            <a:ext cx="7185513" cy="2837120"/>
          </a:xfrm>
          <a:prstGeom prst="rect">
            <a:avLst/>
          </a:prstGeom>
        </p:spPr>
        <p:txBody>
          <a:bodyPr anchor="ctr">
            <a:noAutofit/>
          </a:bodyPr>
          <a:lstStyle>
            <a:lvl1pPr algn="ctr">
              <a:defRPr sz="4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Really epic quote that makes everyone think. </a:t>
            </a:r>
          </a:p>
        </p:txBody>
      </p:sp>
      <p:sp>
        <p:nvSpPr>
          <p:cNvPr id="15" name="Subtitle 2">
            <a:extLst>
              <a:ext uri="{FF2B5EF4-FFF2-40B4-BE49-F238E27FC236}">
                <a16:creationId xmlns:a16="http://schemas.microsoft.com/office/drawing/2014/main" id="{0E2487A3-96FC-5837-5057-788C5EA5DC72}"/>
              </a:ext>
            </a:extLst>
          </p:cNvPr>
          <p:cNvSpPr>
            <a:spLocks noGrp="1"/>
          </p:cNvSpPr>
          <p:nvPr>
            <p:ph type="subTitle" idx="14" hasCustomPrompt="1"/>
          </p:nvPr>
        </p:nvSpPr>
        <p:spPr>
          <a:xfrm>
            <a:off x="2358635" y="4669312"/>
            <a:ext cx="7185512" cy="395869"/>
          </a:xfrm>
        </p:spPr>
        <p:txBody>
          <a:bodyPr anchor="ctr">
            <a:noAutofit/>
          </a:bodyPr>
          <a:lstStyle>
            <a:lvl1pPr marL="0" indent="0" algn="ctr">
              <a:buNone/>
              <a:defRPr sz="2400" b="0" i="0">
                <a:solidFill>
                  <a:schemeClr val="accent4"/>
                </a:solidFill>
                <a:latin typeface="Inter Light" panose="02000503000000020004" pitchFamily="2" charset="0"/>
                <a:ea typeface="Inter Light" panose="0200050300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- Quoted Source</a:t>
            </a:r>
          </a:p>
        </p:txBody>
      </p:sp>
    </p:spTree>
    <p:extLst>
      <p:ext uri="{BB962C8B-B14F-4D97-AF65-F5344CB8AC3E}">
        <p14:creationId xmlns:p14="http://schemas.microsoft.com/office/powerpoint/2010/main" val="289925754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A black background with green lines&#10;&#10;Description automatically generated">
            <a:extLst>
              <a:ext uri="{FF2B5EF4-FFF2-40B4-BE49-F238E27FC236}">
                <a16:creationId xmlns:a16="http://schemas.microsoft.com/office/drawing/2014/main" id="{48D21876-BA52-68C5-B349-CF8087B1128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flipH="1"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493EFA5F-3C5D-E81F-71B1-ECAE22A10CC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46573" y="5641905"/>
            <a:ext cx="5714252" cy="395869"/>
          </a:xfrm>
        </p:spPr>
        <p:txBody>
          <a:bodyPr>
            <a:noAutofit/>
          </a:bodyPr>
          <a:lstStyle>
            <a:lvl1pPr marL="0" indent="0" algn="l">
              <a:buNone/>
              <a:defRPr sz="1800" b="0" i="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</a:defRPr>
            </a:lvl1pPr>
          </a:lstStyle>
          <a:p>
            <a:pPr lvl="0"/>
            <a:r>
              <a:rPr lang="en-US" dirty="0" err="1"/>
              <a:t>emailaddress@qlik.com</a:t>
            </a:r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655610A0-F551-19F2-EECF-A7E853EED79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497989" y="1101188"/>
            <a:ext cx="3328576" cy="1849208"/>
          </a:xfrm>
          <a:prstGeom prst="rect">
            <a:avLst/>
          </a:prstGeom>
        </p:spPr>
      </p:pic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8F12448B-DA87-1FE1-7CBF-F9F79437F72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46186" y="5004559"/>
            <a:ext cx="5714639" cy="461555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Call to Action</a:t>
            </a:r>
          </a:p>
        </p:txBody>
      </p:sp>
    </p:spTree>
    <p:extLst>
      <p:ext uri="{BB962C8B-B14F-4D97-AF65-F5344CB8AC3E}">
        <p14:creationId xmlns:p14="http://schemas.microsoft.com/office/powerpoint/2010/main" val="329599477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black background with green lines&#10;&#10;Description automatically generated">
            <a:extLst>
              <a:ext uri="{FF2B5EF4-FFF2-40B4-BE49-F238E27FC236}">
                <a16:creationId xmlns:a16="http://schemas.microsoft.com/office/drawing/2014/main" id="{4106C380-C29E-7390-E154-057377E5D83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flipH="1">
            <a:off x="0" y="0"/>
            <a:ext cx="12192000" cy="6858000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23149500-7912-3E96-5FB3-CBDE4B593135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497990" y="1101186"/>
            <a:ext cx="3328576" cy="1849208"/>
          </a:xfrm>
          <a:prstGeom prst="rect">
            <a:avLst/>
          </a:prstGeom>
        </p:spPr>
      </p:pic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967FA24A-C52F-B256-7134-1984E46267F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46573" y="5641905"/>
            <a:ext cx="5714252" cy="395869"/>
          </a:xfrm>
        </p:spPr>
        <p:txBody>
          <a:bodyPr>
            <a:noAutofit/>
          </a:bodyPr>
          <a:lstStyle>
            <a:lvl1pPr marL="0" indent="0" algn="l">
              <a:buNone/>
              <a:defRPr sz="1800" b="0" i="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</a:defRPr>
            </a:lvl1pPr>
          </a:lstStyle>
          <a:p>
            <a:pPr lvl="0"/>
            <a:r>
              <a:rPr lang="en-US" dirty="0" err="1"/>
              <a:t>emailaddress@qlik.com</a:t>
            </a:r>
            <a:endParaRPr lang="en-US" dirty="0"/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67CD7BB3-59A8-A18C-D485-85765FFC2A90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46186" y="5004559"/>
            <a:ext cx="5714639" cy="461555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Call to Action</a:t>
            </a:r>
          </a:p>
        </p:txBody>
      </p:sp>
    </p:spTree>
    <p:extLst>
      <p:ext uri="{BB962C8B-B14F-4D97-AF65-F5344CB8AC3E}">
        <p14:creationId xmlns:p14="http://schemas.microsoft.com/office/powerpoint/2010/main" val="115905703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- Appendix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black background with green lines&#10;&#10;Description automatically generated">
            <a:extLst>
              <a:ext uri="{FF2B5EF4-FFF2-40B4-BE49-F238E27FC236}">
                <a16:creationId xmlns:a16="http://schemas.microsoft.com/office/drawing/2014/main" id="{8A559919-4E94-0D09-D59B-D78DB4C2CAD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flipV="1">
            <a:off x="1664288" y="0"/>
            <a:ext cx="10527712" cy="6858000"/>
          </a:xfrm>
          <a:prstGeom prst="rect">
            <a:avLst/>
          </a:prstGeom>
        </p:spPr>
      </p:pic>
      <p:pic>
        <p:nvPicPr>
          <p:cNvPr id="7" name="Picture 6" descr="A black background with green lines&#10;&#10;Description automatically generated">
            <a:extLst>
              <a:ext uri="{FF2B5EF4-FFF2-40B4-BE49-F238E27FC236}">
                <a16:creationId xmlns:a16="http://schemas.microsoft.com/office/drawing/2014/main" id="{08C28AA4-24E2-AEB6-7F25-DB964665F40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1188631" cy="6858000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23149500-7912-3E96-5FB3-CBDE4B593135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4431712" y="1579791"/>
            <a:ext cx="3328576" cy="1849208"/>
          </a:xfrm>
          <a:prstGeom prst="rect">
            <a:avLst/>
          </a:prstGeom>
        </p:spPr>
      </p:pic>
      <p:sp>
        <p:nvSpPr>
          <p:cNvPr id="5" name="Subtitle 2">
            <a:extLst>
              <a:ext uri="{FF2B5EF4-FFF2-40B4-BE49-F238E27FC236}">
                <a16:creationId xmlns:a16="http://schemas.microsoft.com/office/drawing/2014/main" id="{9FD58846-2F05-9B9A-3023-E9972305255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273287" y="4176711"/>
            <a:ext cx="5645426" cy="1101498"/>
          </a:xfrm>
        </p:spPr>
        <p:txBody>
          <a:bodyPr anchor="t">
            <a:noAutofit/>
          </a:bodyPr>
          <a:lstStyle>
            <a:lvl1pPr marL="0" indent="0" algn="ctr">
              <a:buNone/>
              <a:defRPr sz="3200" b="1" i="0">
                <a:solidFill>
                  <a:schemeClr val="accent4"/>
                </a:solidFill>
                <a:latin typeface="Inter SemiBold" panose="02000503000000020004" pitchFamily="2" charset="0"/>
                <a:ea typeface="Inter SemiBold" panose="0200050300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Appendix</a:t>
            </a:r>
          </a:p>
        </p:txBody>
      </p:sp>
    </p:spTree>
    <p:extLst>
      <p:ext uri="{BB962C8B-B14F-4D97-AF65-F5344CB8AC3E}">
        <p14:creationId xmlns:p14="http://schemas.microsoft.com/office/powerpoint/2010/main" val="179228870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9CB2775-04B1-042D-9E53-D0E611B5F8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7539" y="1847574"/>
            <a:ext cx="10776922" cy="410872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Sixth level</a:t>
            </a:r>
          </a:p>
          <a:p>
            <a:pPr lvl="6"/>
            <a:r>
              <a:rPr lang="en-US" dirty="0"/>
              <a:t>Seventh Level</a:t>
            </a:r>
          </a:p>
          <a:p>
            <a:pPr lvl="4"/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75C6EB-E1EF-941D-4DCC-85515B9FC00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998226" y="618997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0" i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</a:defRPr>
            </a:lvl1pPr>
          </a:lstStyle>
          <a:p>
            <a:fld id="{93BFCDF7-B76A-EE4A-9647-B0AB61850522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Title Placeholder 3">
            <a:extLst>
              <a:ext uri="{FF2B5EF4-FFF2-40B4-BE49-F238E27FC236}">
                <a16:creationId xmlns:a16="http://schemas.microsoft.com/office/drawing/2014/main" id="{E8039E6F-BAB9-860A-05B9-20EE9032C4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7539" y="365125"/>
            <a:ext cx="10776922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42722699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4" r:id="rId1"/>
    <p:sldLayoutId id="2147483741" r:id="rId2"/>
    <p:sldLayoutId id="2147483729" r:id="rId3"/>
    <p:sldLayoutId id="2147483747" r:id="rId4"/>
    <p:sldLayoutId id="2147483728" r:id="rId5"/>
    <p:sldLayoutId id="2147483727" r:id="rId6"/>
    <p:sldLayoutId id="2147483720" r:id="rId7"/>
    <p:sldLayoutId id="2147483724" r:id="rId8"/>
    <p:sldLayoutId id="2147483702" r:id="rId9"/>
    <p:sldLayoutId id="2147483746" r:id="rId10"/>
    <p:sldLayoutId id="2147483726" r:id="rId11"/>
    <p:sldLayoutId id="2147483732" r:id="rId12"/>
    <p:sldLayoutId id="2147483668" r:id="rId13"/>
    <p:sldLayoutId id="2147483750" r:id="rId14"/>
    <p:sldLayoutId id="2147483669" r:id="rId15"/>
    <p:sldLayoutId id="2147483670" r:id="rId16"/>
    <p:sldLayoutId id="2147483733" r:id="rId17"/>
    <p:sldLayoutId id="2147483752" r:id="rId18"/>
    <p:sldLayoutId id="2147483751" r:id="rId19"/>
    <p:sldLayoutId id="2147483748" r:id="rId20"/>
    <p:sldLayoutId id="2147483743" r:id="rId21"/>
    <p:sldLayoutId id="2147483742" r:id="rId22"/>
    <p:sldLayoutId id="2147483705" r:id="rId23"/>
    <p:sldLayoutId id="2147483735" r:id="rId24"/>
    <p:sldLayoutId id="2147483683" r:id="rId25"/>
    <p:sldLayoutId id="2147483738" r:id="rId26"/>
    <p:sldLayoutId id="2147483715" r:id="rId27"/>
    <p:sldLayoutId id="2147483749" r:id="rId28"/>
    <p:sldLayoutId id="2147483660" r:id="rId29"/>
    <p:sldLayoutId id="2147483682" r:id="rId30"/>
    <p:sldLayoutId id="2147483676" r:id="rId31"/>
    <p:sldLayoutId id="2147483691" r:id="rId32"/>
    <p:sldLayoutId id="2147483675" r:id="rId33"/>
    <p:sldLayoutId id="2147483745" r:id="rId34"/>
    <p:sldLayoutId id="2147483689" r:id="rId35"/>
    <p:sldLayoutId id="2147483690" r:id="rId36"/>
    <p:sldLayoutId id="2147483754" r:id="rId37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b="1" i="0" kern="1200">
          <a:solidFill>
            <a:schemeClr val="tx1"/>
          </a:solidFill>
          <a:latin typeface="Inter SemiBold" panose="02000503000000020004" pitchFamily="2" charset="0"/>
          <a:ea typeface="Inter SemiBold" panose="02000503000000020004" pitchFamily="2" charset="0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chemeClr val="accent1"/>
        </a:buClr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Inter" panose="02000503000000020004" pitchFamily="2" charset="0"/>
          <a:ea typeface="Inter" panose="02000503000000020004" pitchFamily="2" charset="0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accent1"/>
        </a:buClr>
        <a:buFont typeface="Courier New" panose="02070309020205020404" pitchFamily="49" charset="0"/>
        <a:buChar char="o"/>
        <a:defRPr sz="2000" kern="1200">
          <a:solidFill>
            <a:schemeClr val="tx1"/>
          </a:solidFill>
          <a:latin typeface="Inter" panose="02000503000000020004" pitchFamily="2" charset="0"/>
          <a:ea typeface="Inter" panose="02000503000000020004" pitchFamily="2" charset="0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accent1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Inter" panose="02000503000000020004" pitchFamily="2" charset="0"/>
          <a:ea typeface="Inter" panose="02000503000000020004" pitchFamily="2" charset="0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accent1"/>
        </a:buClr>
        <a:buFont typeface="Courier New" panose="02070309020205020404" pitchFamily="49" charset="0"/>
        <a:buChar char="o"/>
        <a:defRPr sz="1600" kern="1200">
          <a:solidFill>
            <a:schemeClr val="tx1"/>
          </a:solidFill>
          <a:latin typeface="Inter" panose="02000503000000020004" pitchFamily="2" charset="0"/>
          <a:ea typeface="Inter" panose="02000503000000020004" pitchFamily="2" charset="0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accent1"/>
        </a:buClr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Inter" panose="02000503000000020004" pitchFamily="2" charset="0"/>
          <a:ea typeface="Inter" panose="02000503000000020004" pitchFamily="2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accent1"/>
        </a:buClr>
        <a:buFont typeface="Courier New" panose="02070309020205020404" pitchFamily="49" charset="0"/>
        <a:buChar char="o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accent1"/>
        </a:buClr>
        <a:buFont typeface="Arial" panose="020B0604020202020204" pitchFamily="34" charset="0"/>
        <a:buChar char="•"/>
        <a:defRPr sz="1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robertschoenfeldqlik/QlikObservabilityToolkit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robertschoenfeldqlik/QlikObservabilityToolkit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6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28016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Cloud × Qlik Cloud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14400" y="182880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Unified Observability Stack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914400" y="320040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MCP server · Prometheus · Loki · Grafana · Python exporters · Qlik Sense apps</a:t>
            </a:r>
            <a:endParaRPr lang="en-US" sz="1600" dirty="0"/>
          </a:p>
        </p:txBody>
      </p:sp>
      <p:sp>
        <p:nvSpPr>
          <p:cNvPr id="6" name="Text 4">
            <a:hlinkClick r:id="rId1" tooltip="Open repo"/>
          </p:cNvPr>
          <p:cNvSpPr/>
          <p:nvPr/>
        </p:nvSpPr>
        <p:spPr>
          <a:xfrm>
            <a:off x="914400" y="37033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u="sng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  <a:hlinkClick r:id="rId1" invalidUrl="" action="" tgtFrame="" tooltip="Open repo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github.com/robertschoenfeldqlik/QlikObservabilityToolkit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914400" y="4297680"/>
            <a:ext cx="310896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A9B3B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443484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315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1097280" y="489204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MCP tools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97280" y="516636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Auto-generated from all 20 Talend Cloud OpenAPI specs.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297680" y="4297680"/>
            <a:ext cx="310896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A9B3B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80560" y="443484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N+N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4480560" y="489204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tenants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480560" y="516636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Multiple Talend + multiple Qlik tenants in one config.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680960" y="4297680"/>
            <a:ext cx="310896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A9B3B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863840" y="443484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7863840" y="489204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Python exporters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7863840" y="516636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Business · Engine logs · QVD upload · Qlik observability.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End-to-end data flow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every metric, log line, and QVD row comes from and ends up.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840480" cy="310896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389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828800"/>
            <a:ext cx="3840480" cy="777240"/>
          </a:xfrm>
          <a:prstGeom prst="roundRect">
            <a:avLst>
              <a:gd name="adj" fmla="val 7059"/>
            </a:avLst>
          </a:prstGeom>
          <a:solidFill>
            <a:srgbClr val="93579C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920240"/>
            <a:ext cx="36210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Cloud — N tenants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66928" y="2240280"/>
            <a:ext cx="3621024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Orchestration · Observability · Execution-history · Audit (per-tenant PAT)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2743200"/>
            <a:ext cx="3840480" cy="777240"/>
          </a:xfrm>
          <a:prstGeom prst="roundRect">
            <a:avLst>
              <a:gd name="adj" fmla="val 7059"/>
            </a:avLst>
          </a:prstGeom>
          <a:solidFill>
            <a:srgbClr val="009845"/>
          </a:solidFill>
          <a:ln/>
        </p:spPr>
      </p:sp>
      <p:sp>
        <p:nvSpPr>
          <p:cNvPr id="10" name="Text 8"/>
          <p:cNvSpPr/>
          <p:nvPr/>
        </p:nvSpPr>
        <p:spPr>
          <a:xfrm>
            <a:off x="566928" y="2834640"/>
            <a:ext cx="36210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 — N tenants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66928" y="3154680"/>
            <a:ext cx="3621024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Apps · Reloads · Audit · Quotas (per-tenant API key)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3657600"/>
            <a:ext cx="3840480" cy="777240"/>
          </a:xfrm>
          <a:prstGeom prst="roundRect">
            <a:avLst>
              <a:gd name="adj" fmla="val 7059"/>
            </a:avLst>
          </a:prstGeom>
          <a:solidFill>
            <a:srgbClr val="006580"/>
          </a:solidFill>
          <a:ln/>
        </p:spPr>
      </p:sp>
      <p:sp>
        <p:nvSpPr>
          <p:cNvPr id="13" name="Text 11"/>
          <p:cNvSpPr/>
          <p:nvPr/>
        </p:nvSpPr>
        <p:spPr>
          <a:xfrm>
            <a:off x="566928" y="3749040"/>
            <a:ext cx="36210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Remote Engine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66928" y="4069080"/>
            <a:ext cx="3621024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JSON job-management logs tailed from /data/log on Linux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0" y="1371600"/>
            <a:ext cx="3657600" cy="310896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16" name="Text 14"/>
          <p:cNvSpPr/>
          <p:nvPr/>
        </p:nvSpPr>
        <p:spPr>
          <a:xfrm>
            <a:off x="4663440" y="1389888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COLLECTORS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0" y="1828800"/>
            <a:ext cx="3657600" cy="777240"/>
          </a:xfrm>
          <a:prstGeom prst="roundRect">
            <a:avLst>
              <a:gd name="adj" fmla="val 7059"/>
            </a:avLst>
          </a:prstGeom>
          <a:solidFill>
            <a:srgbClr val="19416C"/>
          </a:solidFill>
          <a:ln/>
        </p:spPr>
      </p:sp>
      <p:sp>
        <p:nvSpPr>
          <p:cNvPr id="18" name="Text 16"/>
          <p:cNvSpPr/>
          <p:nvPr/>
        </p:nvSpPr>
        <p:spPr>
          <a:xfrm>
            <a:off x="4681728" y="1920240"/>
            <a:ext cx="34381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TMC MCP server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681728" y="2240280"/>
            <a:ext cx="3438144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TS · stdio · observability preset (~10 tools) · /metrics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72000" y="2743200"/>
            <a:ext cx="3657600" cy="777240"/>
          </a:xfrm>
          <a:prstGeom prst="roundRect">
            <a:avLst>
              <a:gd name="adj" fmla="val 7059"/>
            </a:avLst>
          </a:prstGeom>
          <a:solidFill>
            <a:srgbClr val="19416C"/>
          </a:solidFill>
          <a:ln/>
        </p:spPr>
      </p:sp>
      <p:sp>
        <p:nvSpPr>
          <p:cNvPr id="21" name="Text 19"/>
          <p:cNvSpPr/>
          <p:nvPr/>
        </p:nvSpPr>
        <p:spPr>
          <a:xfrm>
            <a:off x="4681728" y="2834640"/>
            <a:ext cx="34381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Business exporter (Py)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681728" y="3154680"/>
            <a:ext cx="3438144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Polls all Talend tenants · /metrics:9465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0" y="3657600"/>
            <a:ext cx="3657600" cy="777240"/>
          </a:xfrm>
          <a:prstGeom prst="roundRect">
            <a:avLst>
              <a:gd name="adj" fmla="val 7059"/>
            </a:avLst>
          </a:prstGeom>
          <a:solidFill>
            <a:srgbClr val="19416C"/>
          </a:solidFill>
          <a:ln/>
        </p:spPr>
      </p:sp>
      <p:sp>
        <p:nvSpPr>
          <p:cNvPr id="24" name="Text 22"/>
          <p:cNvSpPr/>
          <p:nvPr/>
        </p:nvSpPr>
        <p:spPr>
          <a:xfrm>
            <a:off x="4681728" y="3749040"/>
            <a:ext cx="34381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Engine log scraper (Py)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681728" y="4069080"/>
            <a:ext cx="3438144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Tails Remote Engine JSON logs · /metrics:9466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572000" y="4572000"/>
            <a:ext cx="3657600" cy="777240"/>
          </a:xfrm>
          <a:prstGeom prst="roundRect">
            <a:avLst>
              <a:gd name="adj" fmla="val 7059"/>
            </a:avLst>
          </a:prstGeom>
          <a:solidFill>
            <a:srgbClr val="19416C"/>
          </a:solidFill>
          <a:ln/>
        </p:spPr>
      </p:sp>
      <p:sp>
        <p:nvSpPr>
          <p:cNvPr id="27" name="Text 25"/>
          <p:cNvSpPr/>
          <p:nvPr/>
        </p:nvSpPr>
        <p:spPr>
          <a:xfrm>
            <a:off x="4681728" y="4663440"/>
            <a:ext cx="34381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observability exporter (Py)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4681728" y="4983480"/>
            <a:ext cx="3438144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Polls all Qlik tenants · /metrics:9468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8686800" y="1371600"/>
            <a:ext cx="3108960" cy="310896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0" name="Text 28"/>
          <p:cNvSpPr/>
          <p:nvPr/>
        </p:nvSpPr>
        <p:spPr>
          <a:xfrm>
            <a:off x="8778240" y="1389888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STORAGE + VIZ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8686800" y="1828800"/>
            <a:ext cx="3108960" cy="777240"/>
          </a:xfrm>
          <a:prstGeom prst="roundRect">
            <a:avLst>
              <a:gd name="adj" fmla="val 7059"/>
            </a:avLst>
          </a:prstGeom>
          <a:solidFill>
            <a:srgbClr val="2D3543"/>
          </a:solidFill>
          <a:ln/>
        </p:spPr>
      </p:sp>
      <p:sp>
        <p:nvSpPr>
          <p:cNvPr id="32" name="Text 30"/>
          <p:cNvSpPr/>
          <p:nvPr/>
        </p:nvSpPr>
        <p:spPr>
          <a:xfrm>
            <a:off x="8796528" y="1920240"/>
            <a:ext cx="288950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Prometheus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8796528" y="2240280"/>
            <a:ext cx="2889504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Scrapes all /metrics every 10s · 14d retention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686800" y="2743200"/>
            <a:ext cx="3108960" cy="777240"/>
          </a:xfrm>
          <a:prstGeom prst="roundRect">
            <a:avLst>
              <a:gd name="adj" fmla="val 7059"/>
            </a:avLst>
          </a:prstGeom>
          <a:solidFill>
            <a:srgbClr val="2D3543"/>
          </a:solidFill>
          <a:ln/>
        </p:spPr>
      </p:sp>
      <p:sp>
        <p:nvSpPr>
          <p:cNvPr id="35" name="Text 33"/>
          <p:cNvSpPr/>
          <p:nvPr/>
        </p:nvSpPr>
        <p:spPr>
          <a:xfrm>
            <a:off x="8796528" y="2834640"/>
            <a:ext cx="288950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Loki + Promtail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8796528" y="3154680"/>
            <a:ext cx="2889504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JSON logs from every container · 7d retention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8686800" y="3657600"/>
            <a:ext cx="3108960" cy="777240"/>
          </a:xfrm>
          <a:prstGeom prst="roundRect">
            <a:avLst>
              <a:gd name="adj" fmla="val 7059"/>
            </a:avLst>
          </a:prstGeom>
          <a:solidFill>
            <a:srgbClr val="10CFC9"/>
          </a:solidFill>
          <a:ln/>
        </p:spPr>
      </p:sp>
      <p:sp>
        <p:nvSpPr>
          <p:cNvPr id="38" name="Text 36"/>
          <p:cNvSpPr/>
          <p:nvPr/>
        </p:nvSpPr>
        <p:spPr>
          <a:xfrm>
            <a:off x="8796528" y="3749040"/>
            <a:ext cx="288950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Grafana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8796528" y="4069080"/>
            <a:ext cx="2889504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Pre-provisioned dashboards &amp; datasources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8686800" y="4572000"/>
            <a:ext cx="3108960" cy="777240"/>
          </a:xfrm>
          <a:prstGeom prst="roundRect">
            <a:avLst>
              <a:gd name="adj" fmla="val 7059"/>
            </a:avLst>
          </a:prstGeom>
          <a:solidFill>
            <a:srgbClr val="009845"/>
          </a:solidFill>
          <a:ln/>
        </p:spPr>
      </p:sp>
      <p:sp>
        <p:nvSpPr>
          <p:cNvPr id="41" name="Text 39"/>
          <p:cNvSpPr/>
          <p:nvPr/>
        </p:nvSpPr>
        <p:spPr>
          <a:xfrm>
            <a:off x="8796528" y="4663440"/>
            <a:ext cx="288950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Sense Cloud app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8796528" y="4983480"/>
            <a:ext cx="2889504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Long-form QVD trend/correlation/BI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297680" y="2212848"/>
            <a:ext cx="274320" cy="0"/>
          </a:xfrm>
          <a:prstGeom prst="line">
            <a:avLst/>
          </a:prstGeom>
          <a:noFill/>
          <a:ln w="19050">
            <a:solidFill>
              <a:srgbClr val="93579C"/>
            </a:solidFill>
            <a:prstDash val="solid"/>
            <a:tailEnd type="triangle"/>
          </a:ln>
        </p:spPr>
      </p:sp>
      <p:sp>
        <p:nvSpPr>
          <p:cNvPr id="44" name="Shape 42"/>
          <p:cNvSpPr/>
          <p:nvPr/>
        </p:nvSpPr>
        <p:spPr>
          <a:xfrm>
            <a:off x="4297680" y="2212848"/>
            <a:ext cx="274320" cy="914400"/>
          </a:xfrm>
          <a:prstGeom prst="line">
            <a:avLst/>
          </a:prstGeom>
          <a:noFill/>
          <a:ln w="19050">
            <a:solidFill>
              <a:srgbClr val="93579C"/>
            </a:solidFill>
            <a:prstDash val="solid"/>
            <a:tailEnd type="triangle"/>
          </a:ln>
        </p:spPr>
      </p:sp>
      <p:sp>
        <p:nvSpPr>
          <p:cNvPr id="45" name="Shape 43"/>
          <p:cNvSpPr/>
          <p:nvPr/>
        </p:nvSpPr>
        <p:spPr>
          <a:xfrm>
            <a:off x="4297680" y="3127248"/>
            <a:ext cx="274320" cy="1828800"/>
          </a:xfrm>
          <a:prstGeom prst="line">
            <a:avLst/>
          </a:prstGeom>
          <a:noFill/>
          <a:ln w="19050">
            <a:solidFill>
              <a:srgbClr val="009845"/>
            </a:solidFill>
            <a:prstDash val="solid"/>
            <a:tailEnd type="triangle"/>
          </a:ln>
        </p:spPr>
      </p:sp>
      <p:sp>
        <p:nvSpPr>
          <p:cNvPr id="46" name="Shape 44"/>
          <p:cNvSpPr/>
          <p:nvPr/>
        </p:nvSpPr>
        <p:spPr>
          <a:xfrm>
            <a:off x="4297680" y="4041648"/>
            <a:ext cx="274320" cy="0"/>
          </a:xfrm>
          <a:prstGeom prst="line">
            <a:avLst/>
          </a:prstGeom>
          <a:noFill/>
          <a:ln w="19050">
            <a:solidFill>
              <a:srgbClr val="006580"/>
            </a:solidFill>
            <a:prstDash val="solid"/>
            <a:tailEnd type="triangle"/>
          </a:ln>
        </p:spPr>
      </p:sp>
      <p:sp>
        <p:nvSpPr>
          <p:cNvPr id="47" name="Shape 45"/>
          <p:cNvSpPr/>
          <p:nvPr/>
        </p:nvSpPr>
        <p:spPr>
          <a:xfrm>
            <a:off x="8229600" y="2212848"/>
            <a:ext cx="457200" cy="0"/>
          </a:xfrm>
          <a:prstGeom prst="line">
            <a:avLst/>
          </a:prstGeom>
          <a:noFill/>
          <a:ln w="19050">
            <a:solidFill>
              <a:srgbClr val="A9B3B6"/>
            </a:solidFill>
            <a:prstDash val="solid"/>
            <a:tailEnd type="triangle"/>
          </a:ln>
        </p:spPr>
      </p:sp>
      <p:sp>
        <p:nvSpPr>
          <p:cNvPr id="48" name="Shape 46"/>
          <p:cNvSpPr/>
          <p:nvPr/>
        </p:nvSpPr>
        <p:spPr>
          <a:xfrm>
            <a:off x="8229600" y="3127248"/>
            <a:ext cx="457200" cy="-914400"/>
          </a:xfrm>
          <a:prstGeom prst="line">
            <a:avLst/>
          </a:prstGeom>
          <a:noFill/>
          <a:ln w="19050">
            <a:solidFill>
              <a:srgbClr val="A9B3B6"/>
            </a:solidFill>
            <a:prstDash val="solid"/>
            <a:tailEnd type="triangle"/>
          </a:ln>
        </p:spPr>
      </p:sp>
      <p:sp>
        <p:nvSpPr>
          <p:cNvPr id="49" name="Shape 47"/>
          <p:cNvSpPr/>
          <p:nvPr/>
        </p:nvSpPr>
        <p:spPr>
          <a:xfrm>
            <a:off x="8229600" y="4041648"/>
            <a:ext cx="457200" cy="-1828800"/>
          </a:xfrm>
          <a:prstGeom prst="line">
            <a:avLst/>
          </a:prstGeom>
          <a:noFill/>
          <a:ln w="19050">
            <a:solidFill>
              <a:srgbClr val="A9B3B6"/>
            </a:solidFill>
            <a:prstDash val="solid"/>
            <a:tailEnd type="triangle"/>
          </a:ln>
        </p:spPr>
      </p:sp>
      <p:sp>
        <p:nvSpPr>
          <p:cNvPr id="50" name="Shape 48"/>
          <p:cNvSpPr/>
          <p:nvPr/>
        </p:nvSpPr>
        <p:spPr>
          <a:xfrm>
            <a:off x="8229600" y="4956048"/>
            <a:ext cx="457200" cy="-2743200"/>
          </a:xfrm>
          <a:prstGeom prst="line">
            <a:avLst/>
          </a:prstGeom>
          <a:noFill/>
          <a:ln w="19050">
            <a:solidFill>
              <a:srgbClr val="A9B3B6"/>
            </a:solidFill>
            <a:prstDash val="solid"/>
            <a:tailEnd type="triangle"/>
          </a:ln>
        </p:spPr>
      </p:sp>
      <p:sp>
        <p:nvSpPr>
          <p:cNvPr id="51" name="Shape 49"/>
          <p:cNvSpPr/>
          <p:nvPr/>
        </p:nvSpPr>
        <p:spPr>
          <a:xfrm>
            <a:off x="8229600" y="2212848"/>
            <a:ext cx="457200" cy="914400"/>
          </a:xfrm>
          <a:prstGeom prst="line">
            <a:avLst/>
          </a:prstGeom>
          <a:noFill/>
          <a:ln w="19050">
            <a:solidFill>
              <a:srgbClr val="19416C"/>
            </a:solidFill>
            <a:prstDash val="solid"/>
            <a:tailEnd type="triangle"/>
          </a:ln>
        </p:spPr>
      </p:sp>
      <p:sp>
        <p:nvSpPr>
          <p:cNvPr id="52" name="Shape 50"/>
          <p:cNvSpPr/>
          <p:nvPr/>
        </p:nvSpPr>
        <p:spPr>
          <a:xfrm>
            <a:off x="10241280" y="2606040"/>
            <a:ext cx="0" cy="1051560"/>
          </a:xfrm>
          <a:prstGeom prst="line">
            <a:avLst/>
          </a:prstGeom>
          <a:noFill/>
          <a:ln w="19050">
            <a:solidFill>
              <a:srgbClr val="19416C"/>
            </a:solidFill>
            <a:prstDash val="solid"/>
            <a:tailEnd type="triangle"/>
          </a:ln>
        </p:spPr>
      </p:sp>
      <p:sp>
        <p:nvSpPr>
          <p:cNvPr id="53" name="Shape 51"/>
          <p:cNvSpPr/>
          <p:nvPr/>
        </p:nvSpPr>
        <p:spPr>
          <a:xfrm>
            <a:off x="10241280" y="3520440"/>
            <a:ext cx="0" cy="137160"/>
          </a:xfrm>
          <a:prstGeom prst="line">
            <a:avLst/>
          </a:prstGeom>
          <a:noFill/>
          <a:ln w="19050">
            <a:solidFill>
              <a:srgbClr val="19416C"/>
            </a:solidFill>
            <a:prstDash val="solid"/>
            <a:tailEnd type="triangle"/>
          </a:ln>
        </p:spPr>
      </p:sp>
      <p:sp>
        <p:nvSpPr>
          <p:cNvPr id="54" name="Shape 52"/>
          <p:cNvSpPr/>
          <p:nvPr/>
        </p:nvSpPr>
        <p:spPr>
          <a:xfrm>
            <a:off x="10241280" y="2606040"/>
            <a:ext cx="0" cy="1965960"/>
          </a:xfrm>
          <a:prstGeom prst="line">
            <a:avLst/>
          </a:prstGeom>
          <a:noFill/>
          <a:ln w="19050">
            <a:solidFill>
              <a:srgbClr val="009845"/>
            </a:solidFill>
            <a:prstDash val="solid"/>
            <a:tailEnd type="triangle"/>
          </a:ln>
        </p:spPr>
      </p:sp>
      <p:sp>
        <p:nvSpPr>
          <p:cNvPr id="55" name="Shape 53"/>
          <p:cNvSpPr/>
          <p:nvPr/>
        </p:nvSpPr>
        <p:spPr>
          <a:xfrm>
            <a:off x="4572000" y="5486400"/>
            <a:ext cx="74066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9050">
            <a:solidFill>
              <a:srgbClr val="009845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709160" y="5577840"/>
            <a:ext cx="3657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QVD exporter (Py)</a:t>
            </a:r>
            <a:endParaRPr lang="en-US" sz="1300" dirty="0"/>
          </a:p>
        </p:txBody>
      </p:sp>
      <p:sp>
        <p:nvSpPr>
          <p:cNvPr id="57" name="Text 55"/>
          <p:cNvSpPr/>
          <p:nvPr/>
        </p:nvSpPr>
        <p:spPr>
          <a:xfrm>
            <a:off x="4709160" y="5870448"/>
            <a:ext cx="7178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Prometheus PromQL → long-form (ts, metric, labels, value) → QVD via pyqvd → Qlik Cloud Data Files API → analyst-owned trend/correlation sheets.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Multi-tenant by design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config.json (v2 schema) lists every Talend tenant and every Qlik tenant. The UI manages them; exporters fan out by reading the same file.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5486400" cy="4846320"/>
          </a:xfrm>
          <a:prstGeom prst="roundRect">
            <a:avLst>
              <a:gd name="adj" fmla="val 1509"/>
            </a:avLst>
          </a:prstGeom>
          <a:solidFill>
            <a:srgbClr val="FFFFFF"/>
          </a:solidFill>
          <a:ln w="6350">
            <a:solidFill>
              <a:srgbClr val="A9B3B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463040"/>
            <a:ext cx="5486400" cy="457200"/>
          </a:xfrm>
          <a:prstGeom prst="rect">
            <a:avLst/>
          </a:prstGeom>
          <a:solidFill>
            <a:srgbClr val="93579C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5087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Cloud tenants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01168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prod-us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2267712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Production (US)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011680" y="201168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https://api.us.cloud.talend.com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2011680" y="228600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PAT · keychain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074920" y="2029968"/>
            <a:ext cx="777240" cy="256032"/>
          </a:xfrm>
          <a:prstGeom prst="roundRect">
            <a:avLst>
              <a:gd name="adj" fmla="val 14286"/>
            </a:avLst>
          </a:prstGeom>
          <a:solidFill>
            <a:srgbClr val="009845"/>
          </a:solidFill>
          <a:ln/>
        </p:spPr>
      </p:sp>
      <p:sp>
        <p:nvSpPr>
          <p:cNvPr id="12" name="Text 10"/>
          <p:cNvSpPr/>
          <p:nvPr/>
        </p:nvSpPr>
        <p:spPr>
          <a:xfrm>
            <a:off x="5074920" y="2048256"/>
            <a:ext cx="777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default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40080" y="265176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dev-eu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2907792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Dev (EU)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011680" y="265176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https://api.eu.cloud.talend.com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2011680" y="292608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PAT · file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40080" y="329184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private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40080" y="3547872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Private cloud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011680" y="329184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https://api.internal.example.com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2011680" y="356616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PAT · keychain  (URL override)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40080" y="393192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ap-test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40080" y="4187952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 testing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2011680" y="393192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https://api.ap.cloud.talend.com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2011680" y="420624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PAT · file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40080" y="457200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azure-w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40080" y="4828032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Azure US-West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2011680" y="457200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https://api.us-west.cloud.talend.com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2011680" y="484632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PAT · file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217920" y="1463040"/>
            <a:ext cx="5486400" cy="4846320"/>
          </a:xfrm>
          <a:prstGeom prst="roundRect">
            <a:avLst>
              <a:gd name="adj" fmla="val 1509"/>
            </a:avLst>
          </a:prstGeom>
          <a:solidFill>
            <a:srgbClr val="FFFFFF"/>
          </a:solidFill>
          <a:ln w="6350">
            <a:solidFill>
              <a:srgbClr val="A9B3B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217920" y="1463040"/>
            <a:ext cx="5486400" cy="45720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1" name="Text 29"/>
          <p:cNvSpPr/>
          <p:nvPr/>
        </p:nvSpPr>
        <p:spPr>
          <a:xfrm>
            <a:off x="6400800" y="15087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 tenants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6400800" y="201168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qlik-prod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400800" y="2267712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 tenant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7772400" y="201168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https://prod.us.qlikcloud.com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7772400" y="228600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API key · keychain · DataFiles connection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10835640" y="2029968"/>
            <a:ext cx="777240" cy="256032"/>
          </a:xfrm>
          <a:prstGeom prst="roundRect">
            <a:avLst>
              <a:gd name="adj" fmla="val 14286"/>
            </a:avLst>
          </a:prstGeom>
          <a:solidFill>
            <a:srgbClr val="009845"/>
          </a:solidFill>
          <a:ln/>
        </p:spPr>
      </p:sp>
      <p:sp>
        <p:nvSpPr>
          <p:cNvPr id="37" name="Text 35"/>
          <p:cNvSpPr/>
          <p:nvPr/>
        </p:nvSpPr>
        <p:spPr>
          <a:xfrm>
            <a:off x="10835640" y="2048256"/>
            <a:ext cx="777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default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6400800" y="265176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qlik-eu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400800" y="2907792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EU tenant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772400" y="265176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https://eu.eu.qlikcloud.com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7772400" y="292608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API key · file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400800" y="329184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qlik-dev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6400800" y="3547872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Dev sandbox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7772400" y="329184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https://dev.us.qlikcloud.com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7772400" y="356616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API key · file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MCP tool surface · configuration UI · Python control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MCP TOOL PRESETS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69748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19050">
            <a:solidFill>
              <a:srgbClr val="00984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50876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observability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94360" y="187452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~9 tools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94360" y="2148840"/>
            <a:ext cx="24231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Pure read-only: observability-metrics, execution-logs, execution-history-search. Drops audit.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94360" y="3154680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RECOMMENDED IN OBSERVABILITY MODE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3291840" y="1371600"/>
            <a:ext cx="269748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6350">
            <a:solidFill>
              <a:srgbClr val="A9B3B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29000" y="150876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logging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429000" y="187452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~10 tools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429000" y="2148840"/>
            <a:ext cx="24231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 as observability + audit-logs (identity events).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126480" y="1371600"/>
            <a:ext cx="269748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6350">
            <a:solidFill>
              <a:srgbClr val="A9B3B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63640" y="150876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orchestrate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263640" y="187452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~100 tools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263640" y="2148840"/>
            <a:ext cx="24231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Run things: orchestration tools + the observability trio.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961120" y="1371600"/>
            <a:ext cx="269748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6350">
            <a:solidFill>
              <a:srgbClr val="A9B3B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098280" y="150876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098280" y="187452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315 tools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098280" y="2148840"/>
            <a:ext cx="24231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endpoint across all 20 TMC API products.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57200" y="37490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CONFIGURATION UI (npm run config-ui)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4114800"/>
            <a:ext cx="2697480" cy="237744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6350">
            <a:solidFill>
              <a:srgbClr val="A9B3B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7200" y="4114800"/>
            <a:ext cx="2697480" cy="365760"/>
          </a:xfrm>
          <a:prstGeom prst="rect">
            <a:avLst/>
          </a:prstGeom>
          <a:solidFill>
            <a:srgbClr val="93579C"/>
          </a:solidFill>
          <a:ln/>
        </p:spPr>
      </p:sp>
      <p:sp>
        <p:nvSpPr>
          <p:cNvPr id="24" name="Text 22"/>
          <p:cNvSpPr/>
          <p:nvPr/>
        </p:nvSpPr>
        <p:spPr>
          <a:xfrm>
            <a:off x="594360" y="4169664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Cloud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94360" y="4617720"/>
            <a:ext cx="24231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 / edit / delete tenants. Per-tenant region + URL override. Test connection. File or OS-keyring storage.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291840" y="4114800"/>
            <a:ext cx="2697480" cy="237744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6350">
            <a:solidFill>
              <a:srgbClr val="A9B3B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91840" y="4114800"/>
            <a:ext cx="2697480" cy="36576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28" name="Text 26"/>
          <p:cNvSpPr/>
          <p:nvPr/>
        </p:nvSpPr>
        <p:spPr>
          <a:xfrm>
            <a:off x="3429000" y="4169664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3429000" y="4617720"/>
            <a:ext cx="24231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 / edit / delete tenants. Tenant URL + API key + Data Files connection ID. Test against /api/v1/users/me.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126480" y="4114800"/>
            <a:ext cx="2697480" cy="237744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6350">
            <a:solidFill>
              <a:srgbClr val="A9B3B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126480" y="4114800"/>
            <a:ext cx="2697480" cy="365760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32" name="Text 30"/>
          <p:cNvSpPr/>
          <p:nvPr/>
        </p:nvSpPr>
        <p:spPr>
          <a:xfrm>
            <a:off x="6263640" y="4169664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Exporters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263640" y="4617720"/>
            <a:ext cx="24231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Live status of every Python exporter (Docker-aware). Start / Stop with one click. Shows active series count.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961120" y="4114800"/>
            <a:ext cx="2697480" cy="237744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6350">
            <a:solidFill>
              <a:srgbClr val="A9B3B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961120" y="4114800"/>
            <a:ext cx="2697480" cy="365760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6" name="Text 34"/>
          <p:cNvSpPr/>
          <p:nvPr/>
        </p:nvSpPr>
        <p:spPr>
          <a:xfrm>
            <a:off x="9098280" y="4169664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About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9098280" y="4617720"/>
            <a:ext cx="24231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Config file location, keyring backend status, nuke-all button, shutdown button.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658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Single index in HELP.md. Every external doc this project relies on, sorted by topic.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11247120" cy="548640"/>
          </a:xfrm>
          <a:prstGeom prst="roundRect">
            <a:avLst>
              <a:gd name="adj" fmla="val 13333"/>
            </a:avLst>
          </a:prstGeom>
          <a:solidFill>
            <a:srgbClr val="009845"/>
          </a:solidFill>
          <a:ln/>
        </p:spPr>
      </p:sp>
      <p:sp>
        <p:nvSpPr>
          <p:cNvPr id="5" name="Text 3">
            <a:hlinkClick r:id="rId1" tooltip="Open repo"/>
          </p:cNvPr>
          <p:cNvSpPr/>
          <p:nvPr/>
        </p:nvSpPr>
        <p:spPr>
          <a:xfrm>
            <a:off x="640080" y="1572768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u="sng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  <a:hlinkClick r:id="rId1" invalidUrl="" action="" tgtFrame="" tooltip="Open repo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▸  github.com/robertschoenfeldqlik/QlikObservabilityToolkit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Cloud APIs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834640" y="233172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https://talend.qlik.dev/apis/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217920" y="233172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Remote Engine job logs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595360" y="233172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https://help.qlik.com/talend/en-US/remote-engine-user-guide-linux/Cloud/job-management-logs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7200" y="283464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 APIs (qlik.dev)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834640" y="283464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https://qlik.dev/apis/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217920" y="283464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 Data Files API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595360" y="283464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https://qlik.dev/apis/rest/data-files/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333756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 API key management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834640" y="33375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https://qlik.dev/authenticate/api-key/manage-api-keys/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217920" y="333756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UI palette source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595360" y="33375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https://qlik.dev/manage/data-connections/create-data-connections/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384048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Model Context Protocol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834640" y="384048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https://modelcontextprotocol.io/specification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217920" y="384048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Prometheus metric naming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595360" y="384048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https://prometheus.io/docs/practices/naming/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57200" y="434340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Grafana dashboard provisioning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2834640" y="434340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https://grafana.com/docs/grafana/latest/administration/provisioning/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217920" y="434340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Loki / Promtail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8595360" y="434340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https://grafana.com/docs/loki/latest/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57200" y="484632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pyqvd (Python QVD I/O)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2834640" y="484632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https://pypi.org/project/pyqvd/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217920" y="484632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@napi-rs/keyring (OS keyring binding)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8595360" y="484632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https://github.com/Brooooooklyn/keyring-node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1" name="Text 29"/>
          <p:cNvSpPr/>
          <p:nvPr/>
        </p:nvSpPr>
        <p:spPr>
          <a:xfrm>
            <a:off x="457200" y="6547104"/>
            <a:ext cx="11430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TMC MCP · built on the Qlik stack · Inter typeface · #009845 / #006580 / #19416C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Qlik Color Palette">
      <a:dk1>
        <a:srgbClr val="545659"/>
      </a:dk1>
      <a:lt1>
        <a:srgbClr val="FFFFFF"/>
      </a:lt1>
      <a:dk2>
        <a:srgbClr val="19416C"/>
      </a:dk2>
      <a:lt2>
        <a:srgbClr val="F6F7F8"/>
      </a:lt2>
      <a:accent1>
        <a:srgbClr val="009845"/>
      </a:accent1>
      <a:accent2>
        <a:srgbClr val="19416C"/>
      </a:accent2>
      <a:accent3>
        <a:srgbClr val="006580"/>
      </a:accent3>
      <a:accent4>
        <a:srgbClr val="10CFC9"/>
      </a:accent4>
      <a:accent5>
        <a:srgbClr val="93579C"/>
      </a:accent5>
      <a:accent6>
        <a:srgbClr val="A9B3B6"/>
      </a:accent6>
      <a:hlink>
        <a:srgbClr val="19406C"/>
      </a:hlink>
      <a:folHlink>
        <a:srgbClr val="2D3543"/>
      </a:folHlink>
    </a:clrScheme>
    <a:fontScheme name="Inter">
      <a:majorFont>
        <a:latin typeface="Inter"/>
        <a:ea typeface=""/>
        <a:cs typeface=""/>
      </a:majorFont>
      <a:minorFont>
        <a:latin typeface="Inte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/>
      <a:lstStyle/>
      <a:style>
        <a:lnRef idx="3">
          <a:schemeClr val="lt1"/>
        </a:lnRef>
        <a:fillRef idx="1">
          <a:schemeClr val="accent1"/>
        </a:fillRef>
        <a:effectRef idx="1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Qlik Powerpoint_INSTRUCTIONS" id="{C118317D-9FB4-8C45-8421-2F4B74AF6920}" vid="{2874E7B9-0DC7-9C48-8302-25758D8B1A6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Built on the Qlik stack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Talend TMC MCP Architecture</dc:title>
  <dc:subject>PptxGenJS Presentation</dc:subject>
  <dc:creator>Talend TMC MCP Server</dc:creator>
  <cp:lastModifiedBy>Talend TMC MCP Server</cp:lastModifiedBy>
  <cp:revision>1</cp:revision>
  <dcterms:created xsi:type="dcterms:W3CDTF">2026-06-09T18:28:02Z</dcterms:created>
  <dcterms:modified xsi:type="dcterms:W3CDTF">2026-06-09T18:28:02Z</dcterms:modified>
</cp:coreProperties>
</file>