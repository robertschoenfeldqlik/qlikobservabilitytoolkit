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robertschoenfeldqlik/QlikObservabilityToolki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robertschoenfeldqlik/QlikObservabilityToolki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2801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× Qlik Cloud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Unified Observability Stack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 · Prometheus · Loki · Grafana · Python exporters · Qlik Sense apps</a:t>
            </a:r>
            <a:endParaRPr lang="en-US" sz="1600" dirty="0"/>
          </a:p>
        </p:txBody>
      </p:sp>
      <p:sp>
        <p:nvSpPr>
          <p:cNvPr id="6" name="Text 4">
            <a:hlinkClick r:id="rId1" tooltip="Open repo"/>
          </p:cNvPr>
          <p:cNvSpPr/>
          <p:nvPr/>
        </p:nvSpPr>
        <p:spPr>
          <a:xfrm>
            <a:off x="914400" y="3703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1" invalidUrl="" action="" tgtFrame="" tooltip="Open 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github.com/robertschoenfeldqlik/QlikObservabilityToolkit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429768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4434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315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097280" y="4892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tools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5166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Auto-generated from all 20 Talend Cloud OpenAPI specs.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0" y="429768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4434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N+N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480560" y="4892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tenants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80560" y="5166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Multiple Talend + multiple Qlik tenants in one config.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680960" y="429768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63840" y="4434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7863840" y="4892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exporters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863840" y="5166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· Engine logs · QVD upload · Qlik observability.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ploy/assets/qlik-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5600" y="292608"/>
            <a:ext cx="1234440" cy="685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74320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Observability Toolkit — architecture</a:t>
            </a:r>
            <a:endParaRPr lang="en-US" sz="2500" dirty="0"/>
          </a:p>
        </p:txBody>
      </p:sp>
      <p:sp>
        <p:nvSpPr>
          <p:cNvPr id="4" name="Text 1"/>
          <p:cNvSpPr/>
          <p:nvPr/>
        </p:nvSpPr>
        <p:spPr>
          <a:xfrm>
            <a:off x="457200" y="777240"/>
            <a:ext cx="9692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planes: data sources → collection &amp; control → storage, visualization &amp; analytics.</a:t>
            </a:r>
            <a:endParaRPr lang="en-US" sz="125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3383280" cy="4572000"/>
          </a:xfrm>
          <a:prstGeom prst="roundRect">
            <a:avLst>
              <a:gd name="adj" fmla="val 2162"/>
            </a:avLst>
          </a:prstGeom>
          <a:solidFill>
            <a:srgbClr val="F2F8F4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1435608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114800" y="1325880"/>
            <a:ext cx="4160520" cy="4572000"/>
          </a:xfrm>
          <a:prstGeom prst="roundRect">
            <a:avLst>
              <a:gd name="adj" fmla="val 1758"/>
            </a:avLst>
          </a:prstGeom>
          <a:solidFill>
            <a:srgbClr val="F1F6F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251960" y="1435608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COLLECTION + CONTROL PLANE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8549640" y="1325880"/>
            <a:ext cx="3154680" cy="4572000"/>
          </a:xfrm>
          <a:prstGeom prst="roundRect">
            <a:avLst>
              <a:gd name="adj" fmla="val 2319"/>
            </a:avLst>
          </a:prstGeom>
          <a:solidFill>
            <a:srgbClr val="F4F1F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0" y="1435608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· VISUALIZE · ANALYZE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94360" y="1783080"/>
            <a:ext cx="31089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93579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94360" y="1783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93579C"/>
          </a:solidFill>
          <a:ln/>
        </p:spPr>
      </p:sp>
      <p:pic>
        <p:nvPicPr>
          <p:cNvPr id="13" name="Image 1" descr="deploy/assets/icons/talend-clou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" y="1933956"/>
            <a:ext cx="566928" cy="56692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508760" y="1892808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— N tenants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1508760" y="2185416"/>
            <a:ext cx="21031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Orchestration · Observability · Exec-history · Audit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594360" y="2926080"/>
            <a:ext cx="31089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009845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94360" y="2926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009845"/>
          </a:solidFill>
          <a:ln/>
        </p:spPr>
      </p:sp>
      <p:pic>
        <p:nvPicPr>
          <p:cNvPr id="18" name="Image 2" descr="deploy/assets/icons/qlik-clou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" y="3076956"/>
            <a:ext cx="566928" cy="56692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508760" y="3035808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— N tenants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1508760" y="3328416"/>
            <a:ext cx="21031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Apps · Reloads · Audit · Quotas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594360" y="4069080"/>
            <a:ext cx="31089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006580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94360" y="4069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006580"/>
          </a:solidFill>
          <a:ln/>
        </p:spPr>
      </p:sp>
      <p:pic>
        <p:nvPicPr>
          <p:cNvPr id="23" name="Image 3" descr="deploy/assets/icons/remote-engin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" y="4219956"/>
            <a:ext cx="566928" cy="56692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508760" y="4178808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Remote Engine hosts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1508760" y="4471416"/>
            <a:ext cx="21031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JSON job-management logs on Linux</a:t>
            </a:r>
            <a:endParaRPr lang="en-US" sz="900" dirty="0"/>
          </a:p>
        </p:txBody>
      </p:sp>
      <p:sp>
        <p:nvSpPr>
          <p:cNvPr id="26" name="Shape 20"/>
          <p:cNvSpPr/>
          <p:nvPr/>
        </p:nvSpPr>
        <p:spPr>
          <a:xfrm>
            <a:off x="4251960" y="1783080"/>
            <a:ext cx="38862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19416C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251960" y="1783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19416C"/>
          </a:solidFill>
          <a:ln/>
        </p:spPr>
      </p:sp>
      <p:pic>
        <p:nvPicPr>
          <p:cNvPr id="28" name="Image 4" descr="deploy/assets/icons/mc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1416" y="1933956"/>
            <a:ext cx="566928" cy="566928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5166360" y="189280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 (TS)</a:t>
            </a:r>
            <a:endParaRPr lang="en-US" sz="1200" dirty="0"/>
          </a:p>
        </p:txBody>
      </p:sp>
      <p:sp>
        <p:nvSpPr>
          <p:cNvPr id="30" name="Text 23"/>
          <p:cNvSpPr/>
          <p:nvPr/>
        </p:nvSpPr>
        <p:spPr>
          <a:xfrm>
            <a:off x="5166360" y="2185416"/>
            <a:ext cx="288036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stdio · per-tenant routing · observability preset</a:t>
            </a:r>
            <a:endParaRPr lang="en-US" sz="900" dirty="0"/>
          </a:p>
        </p:txBody>
      </p:sp>
      <p:sp>
        <p:nvSpPr>
          <p:cNvPr id="31" name="Shape 24"/>
          <p:cNvSpPr/>
          <p:nvPr/>
        </p:nvSpPr>
        <p:spPr>
          <a:xfrm>
            <a:off x="4251960" y="2926080"/>
            <a:ext cx="38862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19416C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4251960" y="2926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19416C"/>
          </a:solidFill>
          <a:ln/>
        </p:spPr>
      </p:sp>
      <p:pic>
        <p:nvPicPr>
          <p:cNvPr id="33" name="Image 5" descr="deploy/assets/icons/exporter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71416" y="3076956"/>
            <a:ext cx="566928" cy="566928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5166360" y="303580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exporters ×4</a:t>
            </a:r>
            <a:endParaRPr lang="en-US" sz="1200" dirty="0"/>
          </a:p>
        </p:txBody>
      </p:sp>
      <p:sp>
        <p:nvSpPr>
          <p:cNvPr id="35" name="Text 27"/>
          <p:cNvSpPr/>
          <p:nvPr/>
        </p:nvSpPr>
        <p:spPr>
          <a:xfrm>
            <a:off x="5166360" y="3328416"/>
            <a:ext cx="288036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· engine-logs · qlik-obs · qvd</a:t>
            </a:r>
            <a:endParaRPr lang="en-US" sz="900" dirty="0"/>
          </a:p>
        </p:txBody>
      </p:sp>
      <p:sp>
        <p:nvSpPr>
          <p:cNvPr id="36" name="Shape 28"/>
          <p:cNvSpPr/>
          <p:nvPr/>
        </p:nvSpPr>
        <p:spPr>
          <a:xfrm>
            <a:off x="4251960" y="4069080"/>
            <a:ext cx="38862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009845"/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4251960" y="4069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009845"/>
          </a:solidFill>
          <a:ln/>
        </p:spPr>
      </p:sp>
      <p:pic>
        <p:nvPicPr>
          <p:cNvPr id="38" name="Image 6" descr="deploy/assets/icons/extractor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71416" y="4219956"/>
            <a:ext cx="566928" cy="566928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5166360" y="417880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qlik-engine-extractor</a:t>
            </a:r>
            <a:endParaRPr lang="en-US" sz="1200" dirty="0"/>
          </a:p>
        </p:txBody>
      </p:sp>
      <p:sp>
        <p:nvSpPr>
          <p:cNvPr id="40" name="Text 31"/>
          <p:cNvSpPr/>
          <p:nvPr/>
        </p:nvSpPr>
        <p:spPr>
          <a:xfrm>
            <a:off x="5166360" y="4471416"/>
            <a:ext cx="288036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headless agent · self-diagnosing · heartbeats</a:t>
            </a:r>
            <a:endParaRPr lang="en-US" sz="900" dirty="0"/>
          </a:p>
        </p:txBody>
      </p:sp>
      <p:sp>
        <p:nvSpPr>
          <p:cNvPr id="41" name="Shape 32"/>
          <p:cNvSpPr/>
          <p:nvPr/>
        </p:nvSpPr>
        <p:spPr>
          <a:xfrm>
            <a:off x="8686800" y="1783080"/>
            <a:ext cx="28803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2D3543"/>
            </a:solidFill>
            <a:prstDash val="solid"/>
          </a:ln>
        </p:spPr>
      </p:sp>
      <p:sp>
        <p:nvSpPr>
          <p:cNvPr id="42" name="Shape 33"/>
          <p:cNvSpPr/>
          <p:nvPr/>
        </p:nvSpPr>
        <p:spPr>
          <a:xfrm>
            <a:off x="8686800" y="1783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2D3543"/>
          </a:solidFill>
          <a:ln/>
        </p:spPr>
      </p:sp>
      <p:pic>
        <p:nvPicPr>
          <p:cNvPr id="43" name="Image 7" descr="deploy/assets/icons/prometheus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06256" y="1933956"/>
            <a:ext cx="566928" cy="566928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9601200" y="1892808"/>
            <a:ext cx="1874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Prometheus</a:t>
            </a:r>
            <a:endParaRPr lang="en-US" sz="1200" dirty="0"/>
          </a:p>
        </p:txBody>
      </p:sp>
      <p:sp>
        <p:nvSpPr>
          <p:cNvPr id="45" name="Text 35"/>
          <p:cNvSpPr/>
          <p:nvPr/>
        </p:nvSpPr>
        <p:spPr>
          <a:xfrm>
            <a:off x="9601200" y="2185416"/>
            <a:ext cx="18745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scrape all /metrics · 14d</a:t>
            </a:r>
            <a:endParaRPr lang="en-US" sz="900" dirty="0"/>
          </a:p>
        </p:txBody>
      </p:sp>
      <p:sp>
        <p:nvSpPr>
          <p:cNvPr id="46" name="Shape 36"/>
          <p:cNvSpPr/>
          <p:nvPr/>
        </p:nvSpPr>
        <p:spPr>
          <a:xfrm>
            <a:off x="8686800" y="2926080"/>
            <a:ext cx="28803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10CFC9"/>
            </a:solidFill>
            <a:prstDash val="solid"/>
          </a:ln>
        </p:spPr>
      </p:sp>
      <p:sp>
        <p:nvSpPr>
          <p:cNvPr id="47" name="Shape 37"/>
          <p:cNvSpPr/>
          <p:nvPr/>
        </p:nvSpPr>
        <p:spPr>
          <a:xfrm>
            <a:off x="8686800" y="2926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10CFC9"/>
          </a:solidFill>
          <a:ln/>
        </p:spPr>
      </p:sp>
      <p:pic>
        <p:nvPicPr>
          <p:cNvPr id="48" name="Image 8" descr="deploy/assets/icons/grafana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06256" y="3076956"/>
            <a:ext cx="566928" cy="566928"/>
          </a:xfrm>
          <a:prstGeom prst="rect">
            <a:avLst/>
          </a:prstGeom>
        </p:spPr>
      </p:pic>
      <p:sp>
        <p:nvSpPr>
          <p:cNvPr id="49" name="Text 38"/>
          <p:cNvSpPr/>
          <p:nvPr/>
        </p:nvSpPr>
        <p:spPr>
          <a:xfrm>
            <a:off x="9601200" y="3035808"/>
            <a:ext cx="1874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Loki + Grafana</a:t>
            </a:r>
            <a:endParaRPr lang="en-US" sz="1200" dirty="0"/>
          </a:p>
        </p:txBody>
      </p:sp>
      <p:sp>
        <p:nvSpPr>
          <p:cNvPr id="50" name="Text 39"/>
          <p:cNvSpPr/>
          <p:nvPr/>
        </p:nvSpPr>
        <p:spPr>
          <a:xfrm>
            <a:off x="9601200" y="3328416"/>
            <a:ext cx="18745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logs + 2 dashboards</a:t>
            </a:r>
            <a:endParaRPr lang="en-US" sz="900" dirty="0"/>
          </a:p>
        </p:txBody>
      </p:sp>
      <p:sp>
        <p:nvSpPr>
          <p:cNvPr id="51" name="Shape 40"/>
          <p:cNvSpPr/>
          <p:nvPr/>
        </p:nvSpPr>
        <p:spPr>
          <a:xfrm>
            <a:off x="8686800" y="4069080"/>
            <a:ext cx="28803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009845"/>
            </a:solidFill>
            <a:prstDash val="solid"/>
          </a:ln>
        </p:spPr>
      </p:sp>
      <p:sp>
        <p:nvSpPr>
          <p:cNvPr id="52" name="Shape 41"/>
          <p:cNvSpPr/>
          <p:nvPr/>
        </p:nvSpPr>
        <p:spPr>
          <a:xfrm>
            <a:off x="8686800" y="4069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009845"/>
          </a:solidFill>
          <a:ln/>
        </p:spPr>
      </p:sp>
      <p:pic>
        <p:nvPicPr>
          <p:cNvPr id="53" name="Image 9" descr="deploy/assets/icons/qlik-ap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06256" y="4219956"/>
            <a:ext cx="566928" cy="566928"/>
          </a:xfrm>
          <a:prstGeom prst="rect">
            <a:avLst/>
          </a:prstGeom>
        </p:spPr>
      </p:pic>
      <p:sp>
        <p:nvSpPr>
          <p:cNvPr id="54" name="Text 42"/>
          <p:cNvSpPr/>
          <p:nvPr/>
        </p:nvSpPr>
        <p:spPr>
          <a:xfrm>
            <a:off x="9601200" y="4178808"/>
            <a:ext cx="1874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Cloud app</a:t>
            </a:r>
            <a:endParaRPr lang="en-US" sz="1200" dirty="0"/>
          </a:p>
        </p:txBody>
      </p:sp>
      <p:sp>
        <p:nvSpPr>
          <p:cNvPr id="55" name="Text 43"/>
          <p:cNvSpPr/>
          <p:nvPr/>
        </p:nvSpPr>
        <p:spPr>
          <a:xfrm>
            <a:off x="9601200" y="4471416"/>
            <a:ext cx="18745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QVD-driven trend / BI</a:t>
            </a:r>
            <a:endParaRPr lang="en-US" sz="900" dirty="0"/>
          </a:p>
        </p:txBody>
      </p:sp>
      <p:sp>
        <p:nvSpPr>
          <p:cNvPr id="56" name="Shape 44"/>
          <p:cNvSpPr/>
          <p:nvPr/>
        </p:nvSpPr>
        <p:spPr>
          <a:xfrm>
            <a:off x="3703320" y="2217420"/>
            <a:ext cx="548640" cy="0"/>
          </a:xfrm>
          <a:prstGeom prst="line">
            <a:avLst/>
          </a:prstGeom>
          <a:noFill/>
          <a:ln w="22225">
            <a:solidFill>
              <a:srgbClr val="93579C"/>
            </a:solidFill>
            <a:prstDash val="solid"/>
            <a:tailEnd type="triangle"/>
          </a:ln>
        </p:spPr>
      </p:sp>
      <p:sp>
        <p:nvSpPr>
          <p:cNvPr id="57" name="Shape 45"/>
          <p:cNvSpPr/>
          <p:nvPr/>
        </p:nvSpPr>
        <p:spPr>
          <a:xfrm>
            <a:off x="3703320" y="3360420"/>
            <a:ext cx="548640" cy="1143000"/>
          </a:xfrm>
          <a:prstGeom prst="line">
            <a:avLst/>
          </a:prstGeom>
          <a:noFill/>
          <a:ln w="22225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8" name="Shape 46"/>
          <p:cNvSpPr/>
          <p:nvPr/>
        </p:nvSpPr>
        <p:spPr>
          <a:xfrm>
            <a:off x="3703320" y="4503420"/>
            <a:ext cx="548640" cy="0"/>
          </a:xfrm>
          <a:prstGeom prst="line">
            <a:avLst/>
          </a:prstGeom>
          <a:noFill/>
          <a:ln w="22225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59" name="Shape 47"/>
          <p:cNvSpPr/>
          <p:nvPr/>
        </p:nvSpPr>
        <p:spPr>
          <a:xfrm>
            <a:off x="8138160" y="2217420"/>
            <a:ext cx="548640" cy="0"/>
          </a:xfrm>
          <a:prstGeom prst="line">
            <a:avLst/>
          </a:prstGeom>
          <a:noFill/>
          <a:ln w="22225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60" name="Shape 48"/>
          <p:cNvSpPr/>
          <p:nvPr/>
        </p:nvSpPr>
        <p:spPr>
          <a:xfrm>
            <a:off x="8138160" y="3360420"/>
            <a:ext cx="548640" cy="-1143000"/>
          </a:xfrm>
          <a:prstGeom prst="line">
            <a:avLst/>
          </a:prstGeom>
          <a:noFill/>
          <a:ln w="22225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61" name="Shape 49"/>
          <p:cNvSpPr/>
          <p:nvPr/>
        </p:nvSpPr>
        <p:spPr>
          <a:xfrm>
            <a:off x="8138160" y="4503420"/>
            <a:ext cx="548640" cy="-2286000"/>
          </a:xfrm>
          <a:prstGeom prst="line">
            <a:avLst/>
          </a:prstGeom>
          <a:noFill/>
          <a:ln w="22225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62" name="Shape 50"/>
          <p:cNvSpPr/>
          <p:nvPr/>
        </p:nvSpPr>
        <p:spPr>
          <a:xfrm>
            <a:off x="10122408" y="2628900"/>
            <a:ext cx="0" cy="731520"/>
          </a:xfrm>
          <a:prstGeom prst="line">
            <a:avLst/>
          </a:prstGeom>
          <a:noFill/>
          <a:ln w="22225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63" name="Shape 51"/>
          <p:cNvSpPr/>
          <p:nvPr/>
        </p:nvSpPr>
        <p:spPr>
          <a:xfrm>
            <a:off x="10122408" y="3771900"/>
            <a:ext cx="0" cy="731520"/>
          </a:xfrm>
          <a:prstGeom prst="line">
            <a:avLst/>
          </a:prstGeom>
          <a:noFill/>
          <a:ln w="22225">
            <a:solidFill>
              <a:srgbClr val="009845"/>
            </a:solidFill>
            <a:prstDash val="solid"/>
            <a:tailEnd type="triangle"/>
          </a:ln>
        </p:spPr>
      </p:sp>
      <p:pic>
        <p:nvPicPr>
          <p:cNvPr id="64" name="Image 10" descr="deploy/assets/icons/qv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6016752"/>
            <a:ext cx="384048" cy="384048"/>
          </a:xfrm>
          <a:prstGeom prst="rect">
            <a:avLst/>
          </a:prstGeom>
        </p:spPr>
      </p:pic>
      <p:sp>
        <p:nvSpPr>
          <p:cNvPr id="65" name="Text 52"/>
          <p:cNvSpPr/>
          <p:nvPr/>
        </p:nvSpPr>
        <p:spPr>
          <a:xfrm>
            <a:off x="914400" y="603504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QVD bridge: Prometheus PromQL → long-form (timestamp, metric, labels, value) rows → QVD via pyqvd → Qlik Cloud Data Files API → analyst sheets.</a:t>
            </a:r>
            <a:endParaRPr lang="en-US" sz="1000" dirty="0"/>
          </a:p>
        </p:txBody>
      </p:sp>
      <p:sp>
        <p:nvSpPr>
          <p:cNvPr id="66" name="Shape 5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9845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Multi-tenant by design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config.json (v2 schema) lists every Talend tenant and every Qlik tenant. The UI manages them; exporters fan out by reading the same file.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8640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63040"/>
            <a:ext cx="5486400" cy="45720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5087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tenants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prod-us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6771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Production (US)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011680" y="20116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https://api.us.cloud.talend.com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011680" y="22860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keychain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74920" y="2029968"/>
            <a:ext cx="777240" cy="256032"/>
          </a:xfrm>
          <a:prstGeom prst="roundRect">
            <a:avLst>
              <a:gd name="adj" fmla="val 14286"/>
            </a:avLst>
          </a:prstGeom>
          <a:solidFill>
            <a:srgbClr val="009845"/>
          </a:solidFill>
          <a:ln/>
        </p:spPr>
      </p:sp>
      <p:sp>
        <p:nvSpPr>
          <p:cNvPr id="12" name="Text 10"/>
          <p:cNvSpPr/>
          <p:nvPr/>
        </p:nvSpPr>
        <p:spPr>
          <a:xfrm>
            <a:off x="5074920" y="2048256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6517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dev-eu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290779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 (EU)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011680" y="26517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https://api.eu.cloud.talend.com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011680" y="29260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file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32918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private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35478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Private cloud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011680" y="32918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https://api.internal.example.com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011680" y="35661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keychain  (URL override)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39319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ap-test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" y="41879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 testing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011680" y="39319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https://api.ap.cloud.talend.com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011680" y="42062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file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0080" y="45720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azure-w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482803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Azure US-West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011680" y="45720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https://api.us-west.cloud.talend.com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011680" y="48463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file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17920" y="1463040"/>
            <a:ext cx="548640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17920" y="1463040"/>
            <a:ext cx="5486400" cy="45720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15087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tenants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00800" y="20116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qlik-prod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0" y="226771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 tenant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772400" y="20116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https://prod.us.qlikcloud.com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772400" y="22860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key · keychain · DataFiles connection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835640" y="2029968"/>
            <a:ext cx="777240" cy="256032"/>
          </a:xfrm>
          <a:prstGeom prst="roundRect">
            <a:avLst>
              <a:gd name="adj" fmla="val 14286"/>
            </a:avLst>
          </a:prstGeom>
          <a:solidFill>
            <a:srgbClr val="009845"/>
          </a:solidFill>
          <a:ln/>
        </p:spPr>
      </p:sp>
      <p:sp>
        <p:nvSpPr>
          <p:cNvPr id="37" name="Text 35"/>
          <p:cNvSpPr/>
          <p:nvPr/>
        </p:nvSpPr>
        <p:spPr>
          <a:xfrm>
            <a:off x="10835640" y="2048256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0" y="26517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qlik-eu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00800" y="290779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EU tenant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772400" y="26517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https://eu.eu.qlikcloud.com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772400" y="29260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key · file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400800" y="32918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qlik-dev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400800" y="35478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 sandbox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72400" y="32918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https://dev.us.qlikcloud.com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772400" y="35661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key · file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tool surface · configuration UI · Python control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TOOL PRESETS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508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observability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~9 tools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4884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Pure read-only: observability-metrics, execution-logs, execution-history-search. Drops audit.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315468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RECOMMENDED IN OBSERVABILITY MODE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291840" y="137160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29000" y="1508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logging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2900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 tools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29000" y="214884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as observability + audit-logs (identity events).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26480" y="137160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3640" y="1508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6364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~100 tools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63640" y="214884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things: orchestration tools + the observability trio.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961120" y="137160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1508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09828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315 tools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098280" y="214884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endpoint across all 20 TMC API products.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3749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CONFIGURATION UI (npm run config-ui)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4114800"/>
            <a:ext cx="2697480" cy="36576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24" name="Text 22"/>
          <p:cNvSpPr/>
          <p:nvPr/>
        </p:nvSpPr>
        <p:spPr>
          <a:xfrm>
            <a:off x="59436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9436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/ edit / delete tenants. Per-tenant region + URL override. Test connection. File or OS-keyring storage.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9184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4114800"/>
            <a:ext cx="2697480" cy="36576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28" name="Text 26"/>
          <p:cNvSpPr/>
          <p:nvPr/>
        </p:nvSpPr>
        <p:spPr>
          <a:xfrm>
            <a:off x="342900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42900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/ edit / delete tenants. Tenant URL + API key + Data Files connection ID. Test against /api/v1/users/me.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12648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26480" y="4114800"/>
            <a:ext cx="2697480" cy="36576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2" name="Text 30"/>
          <p:cNvSpPr/>
          <p:nvPr/>
        </p:nvSpPr>
        <p:spPr>
          <a:xfrm>
            <a:off x="626364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Exporters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26364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status of every Python exporter (Docker-aware). Start / Stop with one click. Shows active series count.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96112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961120" y="4114800"/>
            <a:ext cx="2697480" cy="36576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6" name="Text 34"/>
          <p:cNvSpPr/>
          <p:nvPr/>
        </p:nvSpPr>
        <p:spPr>
          <a:xfrm>
            <a:off x="909828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About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09828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 file location, keyring backend status, nuke-all button, shutdown button.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65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 index in HELP.md. Every external doc this project relies on, sorted by topic.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5" name="Text 3">
            <a:hlinkClick r:id="rId1" tooltip="Open repo"/>
          </p:cNvPr>
          <p:cNvSpPr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u="sng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1" invalidUrl="" action="" tgtFrame="" tooltip="Open 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▸  github.com/robertschoenfeldqlik/QlikObservabilityToolkit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APIs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834640" y="23317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https://talend.qlik.dev/apis/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217920" y="23317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Remote Engine job logs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595360" y="23317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https://help.qlik.com/talend/en-US/remote-engine-user-guide-linux/Cloud/job-management-logs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APIs (qlik.dev)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834640" y="28346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https://qlik.dev/apis/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1792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Data Files API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595360" y="28346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https://qlik.dev/apis/rest/data-files/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33375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API key management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834640" y="33375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https://qlik.dev/authenticate/api-key/manage-api-keys/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33375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UI palette source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595360" y="33375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https://qlik.dev/manage/data-connections/create-data-connections/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38404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Context Protocol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834640" y="3840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https://modelcontextprotocol.io/specification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17920" y="38404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Prometheus metric naming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595360" y="3840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https://prometheus.io/docs/practices/naming/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343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Grafana dashboard provisioning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834640" y="4343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https://grafana.com/docs/grafana/latest/administration/provisioning/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217920" y="4343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Loki / Promtail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595360" y="4343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https://grafana.com/docs/loki/latest/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48463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pyqvd (Python QVD I/O)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34640" y="48463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https://pypi.org/project/pyqvd/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17920" y="48463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@napi-rs/keyring (OS keyring binding)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595360" y="48463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https://github.com/Brooooooklyn/keyring-node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6547104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TMC MCP · built on the Qlik stack · Inter typeface · #009845 / #006580 / #19416C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Built on the Qlik stack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Talend TMC MCP Architecture</dc:title>
  <dc:subject>PptxGenJS Presentation</dc:subject>
  <dc:creator>Talend TMC MCP Server</dc:creator>
  <cp:lastModifiedBy>Talend TMC MCP Server</cp:lastModifiedBy>
  <cp:revision>1</cp:revision>
  <dcterms:created xsi:type="dcterms:W3CDTF">2026-06-09T19:12:51Z</dcterms:created>
  <dcterms:modified xsi:type="dcterms:W3CDTF">2026-06-09T19:12:51Z</dcterms:modified>
</cp:coreProperties>
</file>