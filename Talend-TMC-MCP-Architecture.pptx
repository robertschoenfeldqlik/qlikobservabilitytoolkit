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Qlik Sense apps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Auto-generated from all 20 Talend Cloud OpenAPI specs.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ploy/assets/qlik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92608"/>
            <a:ext cx="1188720" cy="6583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— architecture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457200" y="77724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planes: data sources → collection &amp; control → storage, visualization &amp; analytics.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383280" cy="4617720"/>
          </a:xfrm>
          <a:prstGeom prst="roundRect">
            <a:avLst>
              <a:gd name="adj" fmla="val 2162"/>
            </a:avLst>
          </a:prstGeom>
          <a:solidFill>
            <a:srgbClr val="F2F8F4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356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114800" y="1325880"/>
            <a:ext cx="4160520" cy="4617720"/>
          </a:xfrm>
          <a:prstGeom prst="roundRect">
            <a:avLst>
              <a:gd name="adj" fmla="val 1758"/>
            </a:avLst>
          </a:prstGeom>
          <a:solidFill>
            <a:srgbClr val="F1F6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51960" y="143560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+ CONTROL PLANE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49640" y="1325880"/>
            <a:ext cx="3154680" cy="4617720"/>
          </a:xfrm>
          <a:prstGeom prst="roundRect">
            <a:avLst>
              <a:gd name="adj" fmla="val 2319"/>
            </a:avLst>
          </a:prstGeom>
          <a:solidFill>
            <a:srgbClr val="F4F1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0" y="14356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· VISUALIZE · ANALYZE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" y="1783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1783080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93579C"/>
          </a:solidFill>
          <a:ln/>
        </p:spPr>
      </p:sp>
      <p:sp>
        <p:nvSpPr>
          <p:cNvPr id="13" name="Shape 10"/>
          <p:cNvSpPr/>
          <p:nvPr/>
        </p:nvSpPr>
        <p:spPr>
          <a:xfrm>
            <a:off x="832104" y="1988820"/>
            <a:ext cx="548640" cy="411480"/>
          </a:xfrm>
          <a:prstGeom prst="cloud">
            <a:avLst/>
          </a:prstGeom>
          <a:solidFill>
            <a:srgbClr val="93579C"/>
          </a:solidFill>
          <a:ln/>
        </p:spPr>
      </p:sp>
      <p:sp>
        <p:nvSpPr>
          <p:cNvPr id="14" name="Text 11"/>
          <p:cNvSpPr/>
          <p:nvPr/>
        </p:nvSpPr>
        <p:spPr>
          <a:xfrm>
            <a:off x="1435608" y="187452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435608" y="216712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Exec-history · Audit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2907792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" y="2907792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009845"/>
          </a:solidFill>
          <a:ln/>
        </p:spPr>
      </p:sp>
      <p:sp>
        <p:nvSpPr>
          <p:cNvPr id="18" name="Shape 15"/>
          <p:cNvSpPr/>
          <p:nvPr/>
        </p:nvSpPr>
        <p:spPr>
          <a:xfrm>
            <a:off x="832104" y="3113532"/>
            <a:ext cx="548640" cy="411480"/>
          </a:xfrm>
          <a:prstGeom prst="cloud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1435608" y="2999232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435608" y="32918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94360" y="4032504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4360" y="4032504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006580"/>
          </a:solidFill>
          <a:ln/>
        </p:spPr>
      </p:sp>
      <p:sp>
        <p:nvSpPr>
          <p:cNvPr id="23" name="Shape 20"/>
          <p:cNvSpPr/>
          <p:nvPr/>
        </p:nvSpPr>
        <p:spPr>
          <a:xfrm>
            <a:off x="905256" y="4238244"/>
            <a:ext cx="31089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32104" y="4293108"/>
            <a:ext cx="310896" cy="40233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25" name="Text 22"/>
          <p:cNvSpPr/>
          <p:nvPr/>
        </p:nvSpPr>
        <p:spPr>
          <a:xfrm>
            <a:off x="1435608" y="4123944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 hosts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435608" y="4416552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on Linux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251960" y="1783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51960" y="1783080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19416C"/>
          </a:solidFill>
          <a:ln/>
        </p:spPr>
      </p:sp>
      <p:sp>
        <p:nvSpPr>
          <p:cNvPr id="29" name="Shape 26"/>
          <p:cNvSpPr/>
          <p:nvPr/>
        </p:nvSpPr>
        <p:spPr>
          <a:xfrm>
            <a:off x="4489704" y="1988820"/>
            <a:ext cx="457200" cy="457200"/>
          </a:xfrm>
          <a:prstGeom prst="gear6">
            <a:avLst/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5093208" y="187452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(TS)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093208" y="2167128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stdio · per-tenant routing · observability preset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251960" y="2907792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51960" y="2907792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19416C"/>
          </a:solidFill>
          <a:ln/>
        </p:spPr>
      </p:sp>
      <p:sp>
        <p:nvSpPr>
          <p:cNvPr id="34" name="Shape 31"/>
          <p:cNvSpPr/>
          <p:nvPr/>
        </p:nvSpPr>
        <p:spPr>
          <a:xfrm>
            <a:off x="4489704" y="3113532"/>
            <a:ext cx="457200" cy="457200"/>
          </a:xfrm>
          <a:prstGeom prst="gear6">
            <a:avLst/>
          </a:prstGeom>
          <a:solidFill>
            <a:srgbClr val="19416C"/>
          </a:solidFill>
          <a:ln/>
        </p:spPr>
      </p:sp>
      <p:sp>
        <p:nvSpPr>
          <p:cNvPr id="35" name="Text 32"/>
          <p:cNvSpPr/>
          <p:nvPr/>
        </p:nvSpPr>
        <p:spPr>
          <a:xfrm>
            <a:off x="5093208" y="2999232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 ×4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093208" y="329184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engine-logs · qlik-obs · qvd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251960" y="4032504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251960" y="4032504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009845"/>
          </a:solidFill>
          <a:ln/>
        </p:spPr>
      </p:sp>
      <p:sp>
        <p:nvSpPr>
          <p:cNvPr id="39" name="Shape 36"/>
          <p:cNvSpPr/>
          <p:nvPr/>
        </p:nvSpPr>
        <p:spPr>
          <a:xfrm>
            <a:off x="4489704" y="4238244"/>
            <a:ext cx="457200" cy="457200"/>
          </a:xfrm>
          <a:prstGeom prst="gear6">
            <a:avLst/>
          </a:prstGeom>
          <a:solidFill>
            <a:srgbClr val="009845"/>
          </a:solidFill>
          <a:ln/>
        </p:spPr>
      </p:sp>
      <p:sp>
        <p:nvSpPr>
          <p:cNvPr id="40" name="Text 37"/>
          <p:cNvSpPr/>
          <p:nvPr/>
        </p:nvSpPr>
        <p:spPr>
          <a:xfrm>
            <a:off x="5093208" y="412394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qlik-engine-extractor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5093208" y="4416552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agent · self-diagnosing · heartbeats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686800" y="1783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2D354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686800" y="1783080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2D3543"/>
          </a:solidFill>
          <a:ln/>
        </p:spPr>
      </p:sp>
      <p:sp>
        <p:nvSpPr>
          <p:cNvPr id="44" name="Shape 41"/>
          <p:cNvSpPr/>
          <p:nvPr/>
        </p:nvSpPr>
        <p:spPr>
          <a:xfrm>
            <a:off x="8924544" y="1988820"/>
            <a:ext cx="384048" cy="457200"/>
          </a:xfrm>
          <a:prstGeom prst="cylinder">
            <a:avLst/>
          </a:prstGeom>
          <a:solidFill>
            <a:srgbClr val="2D3543"/>
          </a:solidFill>
          <a:ln/>
        </p:spPr>
      </p:sp>
      <p:sp>
        <p:nvSpPr>
          <p:cNvPr id="45" name="Text 42"/>
          <p:cNvSpPr/>
          <p:nvPr/>
        </p:nvSpPr>
        <p:spPr>
          <a:xfrm>
            <a:off x="9528048" y="1874520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9528048" y="2167128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all /metrics · 14d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8686800" y="2907792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0CFC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686800" y="2907792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10CFC9"/>
          </a:solidFill>
          <a:ln/>
        </p:spPr>
      </p:sp>
      <p:sp>
        <p:nvSpPr>
          <p:cNvPr id="49" name="Shape 46"/>
          <p:cNvSpPr/>
          <p:nvPr/>
        </p:nvSpPr>
        <p:spPr>
          <a:xfrm>
            <a:off x="8924544" y="3369564"/>
            <a:ext cx="91440" cy="201168"/>
          </a:xfrm>
          <a:prstGeom prst="rect">
            <a:avLst/>
          </a:prstGeom>
          <a:solidFill>
            <a:srgbClr val="10CFC9"/>
          </a:solidFill>
          <a:ln/>
        </p:spPr>
      </p:sp>
      <p:sp>
        <p:nvSpPr>
          <p:cNvPr id="50" name="Shape 47"/>
          <p:cNvSpPr/>
          <p:nvPr/>
        </p:nvSpPr>
        <p:spPr>
          <a:xfrm>
            <a:off x="9061704" y="3259836"/>
            <a:ext cx="91440" cy="310896"/>
          </a:xfrm>
          <a:prstGeom prst="rect">
            <a:avLst/>
          </a:prstGeom>
          <a:solidFill>
            <a:srgbClr val="10CFC9"/>
          </a:solidFill>
          <a:ln/>
        </p:spPr>
      </p:sp>
      <p:sp>
        <p:nvSpPr>
          <p:cNvPr id="51" name="Shape 48"/>
          <p:cNvSpPr/>
          <p:nvPr/>
        </p:nvSpPr>
        <p:spPr>
          <a:xfrm>
            <a:off x="9198864" y="3150108"/>
            <a:ext cx="91440" cy="420624"/>
          </a:xfrm>
          <a:prstGeom prst="rect">
            <a:avLst/>
          </a:prstGeom>
          <a:solidFill>
            <a:srgbClr val="10CFC9"/>
          </a:solidFill>
          <a:ln/>
        </p:spPr>
      </p:sp>
      <p:sp>
        <p:nvSpPr>
          <p:cNvPr id="52" name="Text 49"/>
          <p:cNvSpPr/>
          <p:nvPr/>
        </p:nvSpPr>
        <p:spPr>
          <a:xfrm>
            <a:off x="9528048" y="2999232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Grafana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9528048" y="32918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+ 2 dashboards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686800" y="4032504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686800" y="4032504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009845"/>
          </a:solidFill>
          <a:ln/>
        </p:spPr>
      </p:sp>
      <p:sp>
        <p:nvSpPr>
          <p:cNvPr id="56" name="Shape 53"/>
          <p:cNvSpPr/>
          <p:nvPr/>
        </p:nvSpPr>
        <p:spPr>
          <a:xfrm>
            <a:off x="8924544" y="4494276"/>
            <a:ext cx="91440" cy="201168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57" name="Shape 54"/>
          <p:cNvSpPr/>
          <p:nvPr/>
        </p:nvSpPr>
        <p:spPr>
          <a:xfrm>
            <a:off x="9061704" y="4384548"/>
            <a:ext cx="91440" cy="310896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58" name="Shape 55"/>
          <p:cNvSpPr/>
          <p:nvPr/>
        </p:nvSpPr>
        <p:spPr>
          <a:xfrm>
            <a:off x="9198864" y="4274820"/>
            <a:ext cx="91440" cy="42062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59" name="Text 56"/>
          <p:cNvSpPr/>
          <p:nvPr/>
        </p:nvSpPr>
        <p:spPr>
          <a:xfrm>
            <a:off x="9528048" y="41239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9528048" y="4416552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QVD-driven trend / BI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3703320" y="2217420"/>
            <a:ext cx="548640" cy="0"/>
          </a:xfrm>
          <a:prstGeom prst="line">
            <a:avLst/>
          </a:prstGeom>
          <a:noFill/>
          <a:ln w="22225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62" name="Shape 59"/>
          <p:cNvSpPr/>
          <p:nvPr/>
        </p:nvSpPr>
        <p:spPr>
          <a:xfrm>
            <a:off x="3703320" y="3342132"/>
            <a:ext cx="548640" cy="1124712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3" name="Shape 60"/>
          <p:cNvSpPr/>
          <p:nvPr/>
        </p:nvSpPr>
        <p:spPr>
          <a:xfrm>
            <a:off x="3703320" y="4466844"/>
            <a:ext cx="54864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64" name="Shape 61"/>
          <p:cNvSpPr/>
          <p:nvPr/>
        </p:nvSpPr>
        <p:spPr>
          <a:xfrm>
            <a:off x="8229600" y="2217420"/>
            <a:ext cx="457200" cy="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5" name="Shape 62"/>
          <p:cNvSpPr/>
          <p:nvPr/>
        </p:nvSpPr>
        <p:spPr>
          <a:xfrm>
            <a:off x="8229600" y="3342132"/>
            <a:ext cx="457200" cy="-1124712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6" name="Shape 63"/>
          <p:cNvSpPr/>
          <p:nvPr/>
        </p:nvSpPr>
        <p:spPr>
          <a:xfrm>
            <a:off x="8229600" y="4466844"/>
            <a:ext cx="457200" cy="-2249424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7" name="Shape 64"/>
          <p:cNvSpPr/>
          <p:nvPr/>
        </p:nvSpPr>
        <p:spPr>
          <a:xfrm>
            <a:off x="10122408" y="2628900"/>
            <a:ext cx="0" cy="713232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8" name="Shape 65"/>
          <p:cNvSpPr/>
          <p:nvPr/>
        </p:nvSpPr>
        <p:spPr>
          <a:xfrm>
            <a:off x="10122408" y="3753612"/>
            <a:ext cx="0" cy="713232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9" name="Text 66"/>
          <p:cNvSpPr/>
          <p:nvPr/>
        </p:nvSpPr>
        <p:spPr>
          <a:xfrm>
            <a:off x="457200" y="605332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 bridge: Prometheus PromQL → long-form (timestamp, metric, labels, value) rows → QVD via pyqvd → Qlik Cloud Data Files API → analyst sheets.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984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Pure read-only: observability-metrics, execution-logs, execution-history-search.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IN OBSERVABILITY MODE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 tools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things: orchestration tools + the observability trio.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9828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 tools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9828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endpoint across all 20 TMC API products.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6" name="Text 34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6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TMC MCP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Talend TMC MCP Architecture</dc:title>
  <dc:subject>PptxGenJS Presentation</dc:subject>
  <dc:creator>Talend TMC MCP Server</dc:creator>
  <cp:lastModifiedBy>Talend TMC MCP Server</cp:lastModifiedBy>
  <cp:revision>1</cp:revision>
  <dcterms:created xsi:type="dcterms:W3CDTF">2026-06-09T19:06:06Z</dcterms:created>
  <dcterms:modified xsi:type="dcterms:W3CDTF">2026-06-09T19:06:06Z</dcterms:modified>
</cp:coreProperties>
</file>