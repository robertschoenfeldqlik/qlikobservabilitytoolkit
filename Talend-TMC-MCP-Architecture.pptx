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Auto-generated from all 20 Talend Cloud OpenAPI specs.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metric, log line, and QVD row comes from and ends up.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89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93579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402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Execution-history · Audit (per-tenant PAT)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009845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346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31546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 (per-tenant API key)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006580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490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40690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tailed from /data/log on Linux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0" y="1371600"/>
            <a:ext cx="365760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3898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8288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18" name="Text 16"/>
          <p:cNvSpPr/>
          <p:nvPr/>
        </p:nvSpPr>
        <p:spPr>
          <a:xfrm>
            <a:off x="4681728" y="19202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server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81728" y="22402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TS · stdio · observability preset (~10 tools) · /metrics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27432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1" name="Text 19"/>
          <p:cNvSpPr/>
          <p:nvPr/>
        </p:nvSpPr>
        <p:spPr>
          <a:xfrm>
            <a:off x="4681728" y="28346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exporter (Py)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81728" y="31546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Polls all Talend tenants · /metrics:9465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36576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4" name="Text 22"/>
          <p:cNvSpPr/>
          <p:nvPr/>
        </p:nvSpPr>
        <p:spPr>
          <a:xfrm>
            <a:off x="4681728" y="37490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 log scraper (Py)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81728" y="40690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Tails Remote Engine JSON logs · /metrics:9466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45720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4681728" y="46634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exporter (Py)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81728" y="49834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Polls all Qlik tenants · /metrics:9468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0" y="1371600"/>
            <a:ext cx="310896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0" name="Text 28"/>
          <p:cNvSpPr/>
          <p:nvPr/>
        </p:nvSpPr>
        <p:spPr>
          <a:xfrm>
            <a:off x="8778240" y="138988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STORAGE + VIZ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686800" y="18288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2D3543"/>
          </a:solidFill>
          <a:ln/>
        </p:spPr>
      </p:sp>
      <p:sp>
        <p:nvSpPr>
          <p:cNvPr id="32" name="Text 30"/>
          <p:cNvSpPr/>
          <p:nvPr/>
        </p:nvSpPr>
        <p:spPr>
          <a:xfrm>
            <a:off x="8796528" y="19202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96528" y="22402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Scrapes all /metrics every 10s · 14d retention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86800" y="27432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2D3543"/>
          </a:solidFill>
          <a:ln/>
        </p:spPr>
      </p:sp>
      <p:sp>
        <p:nvSpPr>
          <p:cNvPr id="35" name="Text 33"/>
          <p:cNvSpPr/>
          <p:nvPr/>
        </p:nvSpPr>
        <p:spPr>
          <a:xfrm>
            <a:off x="8796528" y="28346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Promtail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96528" y="31546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logs from every container · 7d retention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686800" y="36576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10CFC9"/>
          </a:solidFill>
          <a:ln/>
        </p:spPr>
      </p:sp>
      <p:sp>
        <p:nvSpPr>
          <p:cNvPr id="38" name="Text 36"/>
          <p:cNvSpPr/>
          <p:nvPr/>
        </p:nvSpPr>
        <p:spPr>
          <a:xfrm>
            <a:off x="8796528" y="37490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96528" y="40690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Pre-provisioned dashboards &amp; datasources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686800" y="45720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009845"/>
          </a:solidFill>
          <a:ln/>
        </p:spPr>
      </p:sp>
      <p:sp>
        <p:nvSpPr>
          <p:cNvPr id="41" name="Text 39"/>
          <p:cNvSpPr/>
          <p:nvPr/>
        </p:nvSpPr>
        <p:spPr>
          <a:xfrm>
            <a:off x="8796528" y="46634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96528" y="49834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Long-form QVD trend/correlation/BI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97680" y="2212848"/>
            <a:ext cx="274320" cy="0"/>
          </a:xfrm>
          <a:prstGeom prst="line">
            <a:avLst/>
          </a:prstGeom>
          <a:noFill/>
          <a:ln w="19050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297680" y="2212848"/>
            <a:ext cx="274320" cy="914400"/>
          </a:xfrm>
          <a:prstGeom prst="line">
            <a:avLst/>
          </a:prstGeom>
          <a:noFill/>
          <a:ln w="19050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297680" y="3127248"/>
            <a:ext cx="274320" cy="18288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4297680" y="4041648"/>
            <a:ext cx="274320" cy="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0" y="2212848"/>
            <a:ext cx="45720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229600" y="3127248"/>
            <a:ext cx="457200" cy="-9144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8229600" y="4041648"/>
            <a:ext cx="457200" cy="-18288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229600" y="4956048"/>
            <a:ext cx="457200" cy="-27432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229600" y="2212848"/>
            <a:ext cx="457200" cy="91440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1280" y="2606040"/>
            <a:ext cx="0" cy="10515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0241280" y="3520440"/>
            <a:ext cx="0" cy="1371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241280" y="2606040"/>
            <a:ext cx="0" cy="196596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572000" y="5486400"/>
            <a:ext cx="7406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09160" y="55778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QVD exporter (Py)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709160" y="5870448"/>
            <a:ext cx="7178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PromQL → long-form (ts, metric, labels, value) → QVD via pyqvd → Qlik Cloud Data Files API → analyst-owned trend/correlation sheets.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read-only: observability-metrics, execution-logs, execution-history-search.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IN OBSERVABILITY MODE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things: orchestration tools + the observability trio.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982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endpoint across all 20 TMC API products.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834640" y="1828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595360" y="1828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Talend TMC MCP Architecture</dc:title>
  <dc:subject>PptxGenJS Presentation</dc:subject>
  <dc:creator>Talend TMC MCP Server</dc:creator>
  <cp:lastModifiedBy>Talend TMC MCP Server</cp:lastModifiedBy>
  <cp:revision>1</cp:revision>
  <dcterms:created xsi:type="dcterms:W3CDTF">2026-06-09T17:28:09Z</dcterms:created>
  <dcterms:modified xsi:type="dcterms:W3CDTF">2026-06-09T17:28:09Z</dcterms:modified>
</cp:coreProperties>
</file>