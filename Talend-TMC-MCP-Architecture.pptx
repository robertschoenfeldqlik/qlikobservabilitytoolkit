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robertschoenfeldqlik/QlikObservabilityToolki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robertschoenfeldqlik/QlikObservabilityToolki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Cloud × Qlik Cloud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Observability Stack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 · Prometheus · Loki · Grafana · Python exporters · Qlik Sense apps</a:t>
            </a:r>
            <a:endParaRPr lang="en-US" sz="1600" dirty="0"/>
          </a:p>
        </p:txBody>
      </p:sp>
      <p:sp>
        <p:nvSpPr>
          <p:cNvPr id="6" name="Text 4">
            <a:hlinkClick r:id="rId1" tooltip="Open repo"/>
          </p:cNvPr>
          <p:cNvSpPr/>
          <p:nvPr/>
        </p:nvSpPr>
        <p:spPr>
          <a:xfrm>
            <a:off x="914400" y="3703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Open 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github.com/robertschoenfeldqlik/QlikObservabilityToolkit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429768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9728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tools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5166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Auto-generated from all 20 Talend Cloud OpenAPI specs.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429768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N+N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48056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5166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Talend + multiple Qlik tenants in one config.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80960" y="429768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86384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exporters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63840" y="5166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· Engine logs · QVD upload · Qlik observability.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data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every metric, log line, and QVD row comes from and ends up.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310896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89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93579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20240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Cloud — N tenants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40280"/>
            <a:ext cx="36210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Orchestration · Observability · Execution-history · Audit (per-tenant PAT)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009845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834640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— N tenants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3154680"/>
            <a:ext cx="36210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 · Reloads · Audit · Quotas (per-tenant API key)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00658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749040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Remote Engine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4069080"/>
            <a:ext cx="36210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job-management logs tailed from /data/log on Linux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371600"/>
            <a:ext cx="3657600" cy="310896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3898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COLLECTORS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82880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19416C"/>
          </a:solidFill>
          <a:ln/>
        </p:spPr>
      </p:sp>
      <p:sp>
        <p:nvSpPr>
          <p:cNvPr id="18" name="Text 16"/>
          <p:cNvSpPr/>
          <p:nvPr/>
        </p:nvSpPr>
        <p:spPr>
          <a:xfrm>
            <a:off x="4681728" y="1920240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TMC MCP server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81728" y="2240280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TS · stdio · observability preset (~10 tools) · /metrics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74320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19416C"/>
          </a:solidFill>
          <a:ln/>
        </p:spPr>
      </p:sp>
      <p:sp>
        <p:nvSpPr>
          <p:cNvPr id="21" name="Text 19"/>
          <p:cNvSpPr/>
          <p:nvPr/>
        </p:nvSpPr>
        <p:spPr>
          <a:xfrm>
            <a:off x="4681728" y="2834640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exporter (Py)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3154680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Polls all Talend tenants · /metrics:9465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65760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19416C"/>
          </a:solidFill>
          <a:ln/>
        </p:spPr>
      </p:sp>
      <p:sp>
        <p:nvSpPr>
          <p:cNvPr id="24" name="Text 22"/>
          <p:cNvSpPr/>
          <p:nvPr/>
        </p:nvSpPr>
        <p:spPr>
          <a:xfrm>
            <a:off x="4681728" y="3749040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 log scraper (Py)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81728" y="4069080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Tails Remote Engine JSON logs · /metrics:9466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457200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19416C"/>
          </a:solidFill>
          <a:ln/>
        </p:spPr>
      </p:sp>
      <p:sp>
        <p:nvSpPr>
          <p:cNvPr id="27" name="Text 25"/>
          <p:cNvSpPr/>
          <p:nvPr/>
        </p:nvSpPr>
        <p:spPr>
          <a:xfrm>
            <a:off x="4681728" y="4663440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observability exporter (Py)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81728" y="4983480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Polls all Qlik tenants · /metrics:9468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86800" y="1371600"/>
            <a:ext cx="3108960" cy="310896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30" name="Text 28"/>
          <p:cNvSpPr/>
          <p:nvPr/>
        </p:nvSpPr>
        <p:spPr>
          <a:xfrm>
            <a:off x="8778240" y="13898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 + VIZ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686800" y="182880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2D3543"/>
          </a:solidFill>
          <a:ln/>
        </p:spPr>
      </p:sp>
      <p:sp>
        <p:nvSpPr>
          <p:cNvPr id="32" name="Text 30"/>
          <p:cNvSpPr/>
          <p:nvPr/>
        </p:nvSpPr>
        <p:spPr>
          <a:xfrm>
            <a:off x="8796528" y="1920240"/>
            <a:ext cx="2889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Prometheus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796528" y="2240280"/>
            <a:ext cx="28895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Scrapes all /metrics every 10s · 14d retention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686800" y="274320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2D3543"/>
          </a:solidFill>
          <a:ln/>
        </p:spPr>
      </p:sp>
      <p:sp>
        <p:nvSpPr>
          <p:cNvPr id="35" name="Text 33"/>
          <p:cNvSpPr/>
          <p:nvPr/>
        </p:nvSpPr>
        <p:spPr>
          <a:xfrm>
            <a:off x="8796528" y="2834640"/>
            <a:ext cx="2889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Loki + Promtail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796528" y="3154680"/>
            <a:ext cx="28895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logs from every container · 7d retention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686800" y="365760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10CFC9"/>
          </a:solidFill>
          <a:ln/>
        </p:spPr>
      </p:sp>
      <p:sp>
        <p:nvSpPr>
          <p:cNvPr id="38" name="Text 36"/>
          <p:cNvSpPr/>
          <p:nvPr/>
        </p:nvSpPr>
        <p:spPr>
          <a:xfrm>
            <a:off x="8796528" y="3749040"/>
            <a:ext cx="2889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Grafana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796528" y="4069080"/>
            <a:ext cx="28895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Pre-provisioned dashboards &amp; datasources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686800" y="457200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009845"/>
          </a:solidFill>
          <a:ln/>
        </p:spPr>
      </p:sp>
      <p:sp>
        <p:nvSpPr>
          <p:cNvPr id="41" name="Text 39"/>
          <p:cNvSpPr/>
          <p:nvPr/>
        </p:nvSpPr>
        <p:spPr>
          <a:xfrm>
            <a:off x="8796528" y="4663440"/>
            <a:ext cx="2889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Sense Cloud app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796528" y="4983480"/>
            <a:ext cx="28895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Long-form QVD trend/correlation/BI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297680" y="2212848"/>
            <a:ext cx="274320" cy="0"/>
          </a:xfrm>
          <a:prstGeom prst="line">
            <a:avLst/>
          </a:prstGeom>
          <a:noFill/>
          <a:ln w="19050">
            <a:solidFill>
              <a:srgbClr val="93579C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297680" y="2212848"/>
            <a:ext cx="274320" cy="914400"/>
          </a:xfrm>
          <a:prstGeom prst="line">
            <a:avLst/>
          </a:prstGeom>
          <a:noFill/>
          <a:ln w="19050">
            <a:solidFill>
              <a:srgbClr val="93579C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297680" y="3127248"/>
            <a:ext cx="274320" cy="1828800"/>
          </a:xfrm>
          <a:prstGeom prst="line">
            <a:avLst/>
          </a:prstGeom>
          <a:noFill/>
          <a:ln w="19050">
            <a:solidFill>
              <a:srgbClr val="009845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297680" y="4041648"/>
            <a:ext cx="274320" cy="0"/>
          </a:xfrm>
          <a:prstGeom prst="line">
            <a:avLst/>
          </a:prstGeom>
          <a:noFill/>
          <a:ln w="19050">
            <a:solidFill>
              <a:srgbClr val="00658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229600" y="2212848"/>
            <a:ext cx="457200" cy="0"/>
          </a:xfrm>
          <a:prstGeom prst="line">
            <a:avLst/>
          </a:prstGeom>
          <a:noFill/>
          <a:ln w="19050">
            <a:solidFill>
              <a:srgbClr val="A9B3B6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229600" y="3127248"/>
            <a:ext cx="457200" cy="-914400"/>
          </a:xfrm>
          <a:prstGeom prst="line">
            <a:avLst/>
          </a:prstGeom>
          <a:noFill/>
          <a:ln w="19050">
            <a:solidFill>
              <a:srgbClr val="A9B3B6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8229600" y="4041648"/>
            <a:ext cx="457200" cy="-1828800"/>
          </a:xfrm>
          <a:prstGeom prst="line">
            <a:avLst/>
          </a:prstGeom>
          <a:noFill/>
          <a:ln w="19050">
            <a:solidFill>
              <a:srgbClr val="A9B3B6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229600" y="4956048"/>
            <a:ext cx="457200" cy="-2743200"/>
          </a:xfrm>
          <a:prstGeom prst="line">
            <a:avLst/>
          </a:prstGeom>
          <a:noFill/>
          <a:ln w="19050">
            <a:solidFill>
              <a:srgbClr val="A9B3B6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229600" y="2212848"/>
            <a:ext cx="457200" cy="914400"/>
          </a:xfrm>
          <a:prstGeom prst="line">
            <a:avLst/>
          </a:prstGeom>
          <a:noFill/>
          <a:ln w="19050">
            <a:solidFill>
              <a:srgbClr val="19416C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10241280" y="2606040"/>
            <a:ext cx="0" cy="1051560"/>
          </a:xfrm>
          <a:prstGeom prst="line">
            <a:avLst/>
          </a:prstGeom>
          <a:noFill/>
          <a:ln w="19050">
            <a:solidFill>
              <a:srgbClr val="19416C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0241280" y="3520440"/>
            <a:ext cx="0" cy="137160"/>
          </a:xfrm>
          <a:prstGeom prst="line">
            <a:avLst/>
          </a:prstGeom>
          <a:noFill/>
          <a:ln w="19050">
            <a:solidFill>
              <a:srgbClr val="19416C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10241280" y="2606040"/>
            <a:ext cx="0" cy="1965960"/>
          </a:xfrm>
          <a:prstGeom prst="line">
            <a:avLst/>
          </a:prstGeom>
          <a:noFill/>
          <a:ln w="19050">
            <a:solidFill>
              <a:srgbClr val="009845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4572000" y="5486400"/>
            <a:ext cx="7406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0984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09160" y="55778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QVD exporter (Py)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709160" y="5870448"/>
            <a:ext cx="7178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Prometheus PromQL → long-form (ts, metric, labels, value) → QVD via pyqvd → Qlik Cloud Data Files API → analyst-owned trend/correlation sheets.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Multi-tenant by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config.json (v2 schema) lists every Talend tenant and every Qlik tenant. The UI manages them; exporters fan out by reading the same file.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solidFill>
            <a:srgbClr val="93579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Cloud tenants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prod-us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677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(US)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https://api.us.cloud.talend.com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 · keychain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74920" y="2029968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009845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204825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dev-eu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9077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(EU)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https://api.eu.cloud.talend.com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11680" y="2926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 · file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291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5478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cloud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https://api.internal.example.com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01168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 · keychain  (URL override)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ap-test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187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 testing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3931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https://api.ap.cloud.talend.com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11680" y="4206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 · file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572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azure-w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8280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US-West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11680" y="4572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https://api.us-west.cloud.talend.com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011680" y="4846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 · file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146304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tenants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2011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qlik-prod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22677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 tenant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https://prod.us.qlikcloud.com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77240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key · keychain · DataFiles connection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835640" y="2029968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009845"/>
          </a:solidFill>
          <a:ln/>
        </p:spPr>
      </p:sp>
      <p:sp>
        <p:nvSpPr>
          <p:cNvPr id="37" name="Text 35"/>
          <p:cNvSpPr/>
          <p:nvPr/>
        </p:nvSpPr>
        <p:spPr>
          <a:xfrm>
            <a:off x="10835640" y="204825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0" y="2651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qlik-eu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29077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tenant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https://eu.eu.qlikcloud.com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772400" y="2926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key · file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3291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qlik-dev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0" y="35478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sandbox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https://dev.us.qlikcloud.com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77240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key · file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tool surface · configuration UI · Python control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TOOL PRESETS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0098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~9 tools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Pure read-only: observability-metrics, execution-logs, execution-history-search. Drops audit.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IN OBSERVABILITY MODE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~10 tools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214884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as observability + audit-logs (identity events).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~100 tools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214884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things: orchestration tools + the observability trio.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1120" y="137160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9828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315 tools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98280" y="214884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endpoint across all 20 TMC API products.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UI (npm run config-ui)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14800"/>
            <a:ext cx="2697480" cy="365760"/>
          </a:xfrm>
          <a:prstGeom prst="rect">
            <a:avLst/>
          </a:prstGeom>
          <a:solidFill>
            <a:srgbClr val="93579C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169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Cloud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46177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/ edit / delete tenants. Per-tenant region + URL override. Test connection. File or OS-keyring storage.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411480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4114800"/>
            <a:ext cx="2697480" cy="36576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4169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29000" y="46177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/ edit / delete tenants. Tenant URL + API key + Data Files connection ID. Test against /api/v1/users/me.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411480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4114800"/>
            <a:ext cx="2697480" cy="365760"/>
          </a:xfrm>
          <a:prstGeom prst="rect">
            <a:avLst/>
          </a:prstGeom>
          <a:solidFill>
            <a:srgbClr val="19416C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4169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46177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status of every Python exporter (Docker-aware). Start / Stop with one click. Shows active series count.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961120" y="411480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4114800"/>
            <a:ext cx="2697480" cy="365760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36" name="Text 34"/>
          <p:cNvSpPr/>
          <p:nvPr/>
        </p:nvSpPr>
        <p:spPr>
          <a:xfrm>
            <a:off x="9098280" y="4169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098280" y="46177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 file location, keyring backend status, nuke-all button, shutdown button.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65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index in HELP.md. Every external doc this project relies on, sorted by topic.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009845"/>
          </a:solidFill>
          <a:ln/>
        </p:spPr>
      </p:sp>
      <p:sp>
        <p:nvSpPr>
          <p:cNvPr id="5" name="Text 3">
            <a:hlinkClick r:id="rId1" tooltip="Open repo"/>
          </p:cNvPr>
          <p:cNvSpPr/>
          <p:nvPr/>
        </p:nvSpPr>
        <p:spPr>
          <a:xfrm>
            <a:off x="640080" y="157276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Open 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▸  github.com/robertschoenfeldqlik/QlikObservabilityToolkit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Cloud APIs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2331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https://talend.qlik.dev/apis/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Remote Engine job logs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2331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https://help.qlik.com/talend/en-US/remote-engine-user-guide-linux/Cloud/job-management-logs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APIs (qlik.dev)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834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https://qlik.dev/apis/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Data Files 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95360" y="2834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https://qlik.dev/apis/rest/data-files/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API key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3337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https://qlik.dev/authenticate/api-key/manage-api-keys/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UI palette source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95360" y="3337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https://qlik.dev/manage/data-connections/create-data-connections/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Context Protocol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3840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https://modelcontextprotocol.io/specification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Prometheus metric naming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95360" y="3840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https://prometheus.io/docs/practices/naming/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Grafana dashboard provisioning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4343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https://grafana.com/docs/grafana/latest/administration/provisioning/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Loki / Promtail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95360" y="4343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https://grafana.com/docs/loki/latest/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pyqvd (Python QVD I/O)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4846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https://pypi.org/project/pyqvd/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4846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@napi-rs/keyring (OS keyring binding)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95360" y="4846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https://github.com/Brooooooklyn/keyring-node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54710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TMC MCP · built on the Qlik stack · Inter typeface · #009845 / #006580 / #19416C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Built on the Qlik stack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Talend TMC MCP Architecture</dc:title>
  <dc:subject>PptxGenJS Presentation</dc:subject>
  <dc:creator>Talend TMC MCP Server</dc:creator>
  <cp:lastModifiedBy>Talend TMC MCP Server</cp:lastModifiedBy>
  <cp:revision>1</cp:revision>
  <dcterms:created xsi:type="dcterms:W3CDTF">2026-06-09T18:28:02Z</dcterms:created>
  <dcterms:modified xsi:type="dcterms:W3CDTF">2026-06-09T18:28:02Z</dcterms:modified>
</cp:coreProperties>
</file>